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&amp; Periods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· Chemistry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electron configurations for the first 20 elements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electron arrangement links to group and period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properties of elements from their position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 Configuration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arrangement of electrons determines an element's chemistry.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Electrons fill shells from the inside 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Shell 1: maximum 2 electrons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Shell 2: maximum 8 electrons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Shell 3: maximum 8 electrons (for first 20 elements)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number of outer electrons = group number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Drawing Electron Diagrams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atomic number (= total electrons)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shell 1 first (max 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shell 2 (max 8)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shell 3 (max 8)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Sodium (11)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 8, 1 — Group 1, Period 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Shell  电子壳层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level where electrons orbit. Fill from inside out.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 电子构型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arrangement of electrons in shells (e.g., 2, 8, 1).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Shell  外层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outermost electron shell — determines reactivity.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Shell  满壳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shell with maximum electrons — very stable.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Valence Electron  价电子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in the outer shell — involved in bonding.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  反应性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easily an element reacts with other substances.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Drawing Electron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FF8E7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electron configuration for Chlorine (atomic number 17).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electrons = 17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1: 2 electrons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2: 8 electrons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3: 7 electrons (17 − 2 − 8 = 7)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539496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349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Configuration: 2, 8, 7 → Group 7, Period 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is the electron configuration of Oxygen (8)?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2, 6 — Group 6, Period 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An element has configuration 2, 8, 3. What group and period?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Group 3, Period 3 (Aluminium).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is Neon (2, 8) unreactive?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It has a full outer shell — no need to gain or lose electrons.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How many electrons in the outer shell of Group 7 elements?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7 — they need just one more electron to have a full shell.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Electrons fill shells in order: 2, 8, 8 (for first 20 elements)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number = number of outer shell electrons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number = number of electron shells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outer shells (Groups 0) = unreactive (stable)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configuration determines chemical properties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 &amp; Periods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