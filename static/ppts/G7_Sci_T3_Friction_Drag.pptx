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7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Friction &amp; Drag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3 · Physics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what causes friction between surfaces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useful and unwanted friction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air resistance and water resistance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1520" y="420624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31596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3159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63040" y="42519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how streamlining reduces drag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Friction?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Friction always acts against the direction of movement.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A force that opposes motion between two surfaces in contact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743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Caused by roughness of surfaces at the microscopic level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4747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520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Converts kinetic energy into heat energy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2519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297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Can be useful (grip on shoes) or unwanted (wears engine parts)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50292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749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Lubricants (oil, grease) reduce friction between surfaces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Useful vs Unwanted Friction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0352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303520" cy="50292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Useful Friction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1031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Shoe grip on the ground for walking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Brake pads stopping a bicycle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Tyres gripping the road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3886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Writing with a pen on paper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448056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Striking a match to create fire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1371600"/>
            <a:ext cx="530352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9050">
            <a:solidFill>
              <a:srgbClr val="E9C46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1371600"/>
            <a:ext cx="5303520" cy="50292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13716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Unwanted Friction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0" y="21031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Engine parts wearing out over time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0" y="26974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Energy wasted as heat in machines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0" y="32918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Slowing down moving vehicles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3886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Causes squeaking in door hinges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0" y="448056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Solution: lubricants, ball bearings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Air Resistance &amp; Drag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 Resistance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Friction between an object and the air it moves through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Resistance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principle but in water — much stronger than air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Streamlining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Smooth, pointed shapes reduce drag forces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Effect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increases as speed increases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526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Parachutes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5262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 air resistance to slow descent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Key Vocabulary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Friction  摩擦力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 opposing motion between two surfaces.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 阻力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Resistance force from moving through a fluid (air/water).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Streamlined  流线型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smooth shape that reduces drag.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Lubricant  润滑剂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substance (oil/grease) that reduces friction.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Velocity  终端速度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speed when drag equals weight.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Kinetic Energy  动能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of a moving object.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What causes friction?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Roughness of surfaces at the microscopic level — surfaces interlock.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Give two examples of useful friction.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Shoe grip for walking, brake pads stopping wheels (any two useful examples).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Why are racing cars streamlined?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To reduce air resistance (drag) so they can travel faster.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What happens to air resistance as speed increases?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It increases — faster objects experience more drag.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Friction opposes motion between surfaces and creates heat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be useful (grip) or unwanted (wear) — lubricants reduce it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 and water resistance are types of drag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increases with speed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Streamlined shapes reduce drag; parachutes increase it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Friction &amp; Drag</dc:title>
  <dc:subject>PptxGenJS Presentation</dc:subject>
  <dc:creator>Mr Zocchi</dc:creator>
  <cp:lastModifiedBy>Mr Zocchi</cp:lastModifiedBy>
  <cp:revision>1</cp:revision>
  <dcterms:created xsi:type="dcterms:W3CDTF">2026-03-24T11:30:53Z</dcterms:created>
  <dcterms:modified xsi:type="dcterms:W3CDTF">2026-03-24T11:30:53Z</dcterms:modified>
</cp:coreProperties>
</file>