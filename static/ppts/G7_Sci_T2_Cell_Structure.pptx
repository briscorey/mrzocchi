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Structure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2 · Biology — Cells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main parts of an animal and plant cell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function of each organelle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cells are called the building blocks of life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Cell?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are the basic building blocks of all living organisms.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 smallest unit of life — all living things are made of cells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First discovered by Robert Hooke in 1665 using a microscope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Cells carry out the seven life processes (MRS GREN)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Some organisms have just one cell (unicellular), others have trillions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Human body contains approximately 37 trillion cells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an Animal Cell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DNA — controls what the cell does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Membrane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what enters and leaves the cell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Cytoplasm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Jelly-like substance where chemical reactions happen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Mitochondria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energy from food through respiration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Ribosomes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proteins needed by the cell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 细胞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unit of life. Building block of all organisms.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  细胞核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DNA. Controls the cell's activities.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Cytoplasm  细胞质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Jelly-like fluid where chemical reactions occur.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Mitochondria  线粒体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Organelles that release energy through respiration.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Membrane  细胞膜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layer controlling what enters and leaves.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Ribosome  核糖体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organelles that make proteins.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83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cell's nucleus was removed, what would happen and why?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does the nucleus control?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Could the cell still make proteins?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Would it survive long-term?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is the function of the nucleus?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Contains DNA and controls all cell activities.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Where does respiration happen in the cell?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 the mitochondria.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What does the cell membrane do?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Controls what substances enter and leave the cell.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Name the jelly-like substance inside a cell.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Cytoplasm — where most chemical reactions take place.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are the smallest units of life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 controls the cell and contains DNA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Mitochondria release energy through respiration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membrane controls entry and exit of substances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Cytoplasm is where most chemical reactions happen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Structure</dc:title>
  <dc:subject>PptxGenJS Presentation</dc:subject>
  <dc:creator>Mr Zocchi</dc:creator>
  <cp:lastModifiedBy>Mr Zocchi</cp:lastModifiedBy>
  <cp:revision>1</cp:revision>
  <dcterms:created xsi:type="dcterms:W3CDTF">2026-03-24T11:30:53Z</dcterms:created>
  <dcterms:modified xsi:type="dcterms:W3CDTF">2026-03-24T11:30:53Z</dcterms:modified>
</cp:coreProperties>
</file>