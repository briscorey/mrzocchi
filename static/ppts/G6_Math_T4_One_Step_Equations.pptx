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One-Step Equations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Maths · Algebra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Equation?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equation has an = sign — both sides are EQUAL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= finding the value of the unknown letter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inverse (opposite) operations to isolate the variable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↔ Subtraction, Multiplication ↔ Division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do to one side, do the SAME to the other side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+ 5 = 12 → subtract 5 from both sides → x = 7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- 3 = 8 → add 3 to both sides → n = 11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= 20 → divide both sides by 4 → x = 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y/3 = 6 → multiply both sides by 3 → y = 18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substitute your answer back into the original equation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= both sides equal (has = sign)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inverse operations to isolate the variable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same operation to BOTH sides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by substituting your answer back 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One-Step Equations</dc:title>
  <dc:subject>PptxGenJS Presentation</dc:subject>
  <dc:creator>Mr Zocchi</dc:creator>
  <cp:lastModifiedBy>Mr Zocchi</cp:lastModifiedBy>
  <cp:revision>1</cp:revision>
  <dcterms:created xsi:type="dcterms:W3CDTF">2026-03-23T03:58:41Z</dcterms:created>
  <dcterms:modified xsi:type="dcterms:W3CDTF">2026-03-23T03:58:41Z</dcterms:modified>
</cp:coreProperties>
</file>