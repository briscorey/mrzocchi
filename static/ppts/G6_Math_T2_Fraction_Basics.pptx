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Fractions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Maths · Fractions &amp; Decimals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Fraction?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represents a PART of a whole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numerator/denominator (e.g., 3/4)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(top): how many parts you HAVE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(bottom): how many EQUAL parts the whole is divided into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fraction: numerator &lt; denominator (less than 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fraction: numerator ≥ denominator (1 or more)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Numbers &amp; Improper Fractions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number: whole number + fraction (e.g., 2 ¾)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fraction: numerator &gt; denominator (e.g., 11/4)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mixed → improper: multiply whole by denominator, add numerator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¾ = (2×4+3)/4 = 11/4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improper → mixed: divide numerator by denominator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11/4 = 2 remainder 3 = 2 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= part of a whole (numerator ÷ denominator)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&lt; 1, Improper ≥ 1, Mixed = whole + fraction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mixed and improper confidently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tells you size of parts; numerator tells you how many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Fractions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