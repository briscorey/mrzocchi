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Safety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Science · Scientific Skills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Lab Safety Matters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 labs contain chemicals, heat, and glass that can cause injury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Following safety rules protects you AND your classmates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scientists always think about safety BEFORE starting an experiment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school lab has specific rules — learn yours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F3F1EE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Equipment Rules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840480" cy="3474720"/>
          </a:xfrm>
          <a:prstGeom prst="rect">
            <a:avLst/>
          </a:prstGeom>
          <a:solidFill>
            <a:srgbClr val="F3F1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3444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4747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 safety goggles when using chemicals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 back long hair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broken glass immediately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Wash hands after experiments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46320" y="1097280"/>
            <a:ext cx="3840480" cy="3474720"/>
          </a:xfrm>
          <a:prstGeom prst="rect">
            <a:avLst/>
          </a:prstGeom>
          <a:solidFill>
            <a:srgbClr val="F3F1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0" y="123444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DON'T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0" y="1737360"/>
            <a:ext cx="34747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Eat or drink in the lab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or push near equipment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 chemicals with bare hands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test tubes at anyone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Safety Terms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14300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Hazard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Something that could cause harm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80560" y="109728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480560" y="109728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4617720" y="114300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Risk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The chance that a hazard causes harm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182880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182880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87452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PPE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Personal Protective Equipment (goggles, gloves, coat)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480560" y="182880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480560" y="182880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4617720" y="187452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MSDS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Safety data sheet for chemicals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256032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256032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60604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Flammable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Can catch fire easily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480560" y="256032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480560" y="256032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1" name="Text 19"/>
          <p:cNvSpPr/>
          <p:nvPr/>
        </p:nvSpPr>
        <p:spPr>
          <a:xfrm>
            <a:off x="4617720" y="260604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Corrosive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Can burn/damage skin or materials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29184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29184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33756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Toxic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Poisonous if inhaled, touched, or swallowed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480560" y="3291840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480560" y="3291840"/>
            <a:ext cx="54864" cy="5943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7" name="Text 25"/>
          <p:cNvSpPr/>
          <p:nvPr/>
        </p:nvSpPr>
        <p:spPr>
          <a:xfrm>
            <a:off x="4617720" y="333756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</a:rPr>
              <a:t>Irritant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Can cause redness or itching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wear PPE when instructed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where safety equipment is (fire extinguisher, eye wash, first aid)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instructions COMPLETELY before starting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ALL accidents to your teacher immediately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Safety</dc:title>
  <dc:subject>PptxGenJS Presentation</dc:subject>
  <dc:creator>Mr Zocchi</dc:creator>
  <cp:lastModifiedBy>Mr Zocchi</cp:lastModifiedBy>
  <cp:revision>1</cp:revision>
  <dcterms:created xsi:type="dcterms:W3CDTF">2026-03-23T03:53:56Z</dcterms:created>
  <dcterms:modified xsi:type="dcterms:W3CDTF">2026-03-23T03:53:56Z</dcterms:modified>
</cp:coreProperties>
</file>