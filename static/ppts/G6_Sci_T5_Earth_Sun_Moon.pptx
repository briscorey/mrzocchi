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Earth, Sun &amp; Moon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orbit around the Sun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Earth's orbit around the Sun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Moon's orbit around Earth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The Moon's orbit around Earth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of the Moon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Phases of the Moon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Eclipses (solar &amp; lunar)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Eclipses (solar &amp; lunar)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Tides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Earth, Sun &amp; Moon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