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Groups &amp; Periods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about atomic structure, how the periodic table is organised, the properties of metals and non-metals, and revisiting states of matter at a deeper level.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Form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Scientific and Technical Innovation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form and arrangement of atoms determines the properties of elements and how they are classified."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Atom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particle of an element that retains its properties.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particle in the nucleus. Atomic number = number of protons.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Neutron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particle in the nucleus. Mass number = protons + neutrons.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Electron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电子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particle orbiting the nucleus in shells.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Atomic Number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原子序数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of protons. Defines which element it is.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Mass Number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Protons + neutrons. Used to find number of neutrons (mass − atomic).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are the three subatomic particles and their charges?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Proton (+1, in nucleus), Neutron (0, in nucleus), Electron (−1, orbiting in shells).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Carbon has atomic number 6 and mass number 12. How many neutrons?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12 − 6 = 6 neutrons.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does the group number tell you?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of electrons in the outer shell. Group 1 = 1 outer electron, Group 7 = 7.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does the period number tell you?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of electron shells. Period 2 = 2 shells, Period 3 = 3 shells.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Groups &amp; Periods</dc:title>
  <dc:subject>PptxGenJS Presentation</dc:subject>
  <dc:creator>Mr Zocchi — mrzocchi.com</dc:creator>
  <cp:lastModifiedBy>Mr Zocchi — mrzocchi.com</cp:lastModifiedBy>
  <cp:revision>1</cp:revision>
  <dcterms:created xsi:type="dcterms:W3CDTF">2026-03-22T06:54:47Z</dcterms:created>
  <dcterms:modified xsi:type="dcterms:W3CDTF">2026-03-22T06:54:47Z</dcterms:modified>
</cp:coreProperties>
</file>