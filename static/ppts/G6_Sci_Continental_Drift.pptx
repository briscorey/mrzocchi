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Continental Drift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Wegener changed our understanding of Earth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Wegener's Big Idea (1912)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Wegener proposed that all continents were once joined in a supercontinent called Pangaea.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Pangaea means 'all lands' in Greek.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broke apart ~200 million years ago.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slowly drifted to where they are today.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called this idea continental drift.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Wegener's Evidence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fossils on continents separated by oceans (e.g. Mesosaurus)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rock types and mountains line up across continents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America and Africa fit together like a jigsaw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Tropical plant fossils found in Antarctica; glacial marks in Africa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 Then Accepted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Rejected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Wegener could not explain HOW continents moved.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had no mechanism.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scientists rejected his theory.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(1960s)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discovered sea-floor spreading.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currents explained the mechanism.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drift became plate tectonics.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Science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good evidence is not always enough.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also need a convincing mechanism (HOW it happens).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50 years for technology to catch up.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Wegener was right — he just couldn't prove the mechanism.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CHANGE — in science, ideas change as evidence improves.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Continental Drift</dc:title>
  <dc:subject>PptxGenJS Presentation</dc:subject>
  <dc:creator>Mr Zocchi</dc:creator>
  <cp:lastModifiedBy>Mr Zocchi</cp:lastModifiedBy>
  <cp:revision>1</cp:revision>
  <dcterms:created xsi:type="dcterms:W3CDTF">2026-03-21T11:56:04Z</dcterms:created>
  <dcterms:modified xsi:type="dcterms:W3CDTF">2026-03-21T11:56:04Z</dcterms:modified>
</cp:coreProperties>
</file>