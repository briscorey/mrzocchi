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States of Matter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Chemistry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States of Matter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— fixed shape, fixed volume, particles vibrate in place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— takes shape of container, fixed volume, particles slide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— fills any container, no fixed volume, particles move freely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substances can exist in all three states depending on temperature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Properties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Solid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Hard, fixed shape, cannot be compressed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8056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11430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Liquid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Flows, takes container shape, cannot be compressed easily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745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Gas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Spreads out, fills all space, can be compressed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8745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Density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How tightly packed particles are (solid &gt; liquid &gt; gas)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060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Diffusion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Particles spreading from high to low concentration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8056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26060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Compression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Squeezing particles closer together (only gases)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states: solid, liquid, gas — determined by particle arrangement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 hold shape, liquids flow, gases spread and compress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energy (heat) makes particles move faster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happens because particles are always moving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States of Matter</dc:title>
  <dc:subject>PptxGenJS Presentation</dc:subject>
  <dc:creator>Mr Zocchi</dc:creator>
  <cp:lastModifiedBy>Mr Zocchi</cp:lastModifiedBy>
  <cp:revision>1</cp:revision>
  <dcterms:created xsi:type="dcterms:W3CDTF">2026-03-23T03:53:56Z</dcterms:created>
  <dcterms:modified xsi:type="dcterms:W3CDTF">2026-03-23T03:53:56Z</dcterms:modified>
</cp:coreProperties>
</file>