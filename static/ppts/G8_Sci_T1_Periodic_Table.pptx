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Periodic Table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1 · Chemistry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how the periodic table is organised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groups and periods represent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periodic table to find information about elements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 of the Periodic Table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periodic table is chemistry's most important tool.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Elements arranged in order of increasing atomic number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Rows = periods (1–7); Columns = groups (1–18)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4747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Elements in the same group have similar chemical properties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2519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8F6F3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Dmitri Mendeleev created the first version in 1869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50292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He left gaps for undiscovered elements — later found!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Groups and Periods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Number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electrons in the outer shell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Number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electron shells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Alkali metals — very reactive, soft, low density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7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Halogens — reactive non-metals, coloured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0/18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Noble gases — unreactive, full outer shell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 周期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horizontal row — shows number of electron shells.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 族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vertical column — elements with similar properties.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Alkali Metals  碱金属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 — very reactive metals (Li, Na, K).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Halogens  卤素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7 — reactive non-metals (F, Cl, Br, I).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Noble Gases  惰性气体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0 — unreactive, full outer shells.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 元素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substance made of only one type of atom.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💬 Think-Pair-Share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941832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920240"/>
            <a:ext cx="8869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 elements in the same group have similar properties?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Think about electron arrangement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What do Group 1 elements have in common?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4937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How does the outer shell affect reactivity?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What does the group number tell you?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number of electrons in the outer shell.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What does the period number tell you?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 number of electron shells.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Why are noble gases unreactive?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They have a full outer shell of electrons — they don't need to gain or lose any.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Name the Group 1 elements.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Lithium, Sodium, Potassium, Rubidium, Caesium, Francium.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Periodic table arranged by increasing atomic number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Groups (columns) = same outer electrons = similar properties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(rows) = number of electron shells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1: alkali metals; Group 7: halogens; Group 0: noble gases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Mendeleev predicted undiscovered elements using patterns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Periodic Table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