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Writing Algebraic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letters to represent numbers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Nanjing metro ticket costs ¥2 base + ¥1 per station. Can you write a rule that works for ANY number of stations?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 lets us write rules that work for every possible input — not just one answer.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write the cost using the letter n?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 base price changed to ¥3?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a rule different from a single calculation?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an Expression?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numbers, letters (variables), and operations.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have an equals sign (that's an equation).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3x + 5, 2a − 7, 4n².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letter represents a number we don't know yet.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 = no equals sign. Equation = has an equals sign.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7863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577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letter representing an unknown (x, n, a).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in front of a variable. In 3x, it's 3.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on its own. In 3x + 5, it's 5.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part separated by + or −. In 3x + 5, there are 2 terms.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Translating Words → Algebra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'5 more than a number' → n + 5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'3 times a number' → 3n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 number decreased by 7' → x − 7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'Double a number then add 4' → 2n + 4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 metro: cost = 2 + 1×n = n + 2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Expressions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Costs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 metro: 2 + n (¥ per station)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subway: 1250 + 100d (₩ per km)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Berlin bus: 3.20 (flat fare — a constant!)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bakery: 3b + 0.5r (bread + rolls)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BBQ: 15000p + 5000 (per person + table)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Bubble tea: 18 + 3t (base + toppings)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Simplifying: Combining Like Terms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terms = same variable, same power.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+ 5x = 8x (both are 'x' terms).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+ 2y — cannot simplify (different variables).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 + 3 + 2a − 1 = 6a + 2.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Think: 3 apples + 5 apples = 8 apples. Can't add apples and bananas.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Algebraic Expressions?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Antics  •  9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Algebraic Expressions — Simplifying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Corbettmaths  •  5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Terms and Simplifying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4 min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Writing Algebraic Expressions</dc:title>
  <dc:subject>PptxGenJS Presentation</dc:subject>
  <dc:creator>Mr Zocchi</dc:creator>
  <cp:lastModifiedBy>Mr Zocchi</cp:lastModifiedBy>
  <cp:revision>1</cp:revision>
  <dcterms:created xsi:type="dcterms:W3CDTF">2026-03-23T07:47:18Z</dcterms:created>
  <dcterms:modified xsi:type="dcterms:W3CDTF">2026-03-23T07:47:18Z</dcterms:modified>
</cp:coreProperties>
</file>