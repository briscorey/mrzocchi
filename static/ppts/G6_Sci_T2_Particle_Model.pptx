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Particle Model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made of particles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Everything is made of particles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arrangement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Particle arrangement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movement &amp; energy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Particle movement &amp; energy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diagrams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Particle diagrams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Key vocabulary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Particle Model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