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Renewable &amp; Non-Renewable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energy stores and transfers, the conservation of energy, efficiency, and the importance of renewable energy for a sustainable future.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Change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energy changes form helps us make sustainable choices about resources."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Kinetic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a moving object. Faster or heavier = more KE.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Gravitational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due to height. GPE = m × g × 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hot objects. Related to particle movement.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Chemical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bonds. Released in reactions (food, fuel, batteries).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Elastic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stretched or compressed objects (springs, rubber bands).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能量守恒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between stores.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four energy stores.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Kinetic, gravitational potential, thermal, chemical, elastic potential, magnetic, electrostatic, nuclear.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State the law of conservation of energy.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from one store to another.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ball is thrown upwards. Describe the energy transfers.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→ GPE (going up). At the top: all GPE. GPE → KE (coming down). Some energy → thermal (air resistance).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 GPE: mass 4 kg, height 5 m, g = 10 N/kg.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 = mgh = 4 × 10 × 5 = 200 J.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Renewable &amp; Non-Renewable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