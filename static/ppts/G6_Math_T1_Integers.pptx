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inside a 2D shape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Area?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the amount of space inside a 2D shape.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how much surface the shape covers.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measured in squared units: cm², m², km².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multiply two lengths together — that's why it's squared.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Formulas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l ×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length, w = 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s²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side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½ × b ×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base, h = perpendicular 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 ×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base, h = perpendicular 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πr²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radius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Perpendicular Height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MUST be the perpendicular height.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vertical distance from base to top.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the slant side!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dotted line from the top straight down to the base.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mistake: using the slant side instead of the perpendicular height.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Triangle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10 cm, height = 7 cm.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 × b × h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½ × 10 × 7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35 cm²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Shapes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shape into simpler shapes you know.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area of each part.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together (or subtract if there's a hole).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Garden (15m × 8m) with a pond (3m × 3m) = 120 - 9 = 111 m²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</dc:title>
  <dc:subject>PptxGenJS Presentation</dc:subject>
  <dc:creator>Mr Zocchi</dc:creator>
  <cp:lastModifiedBy>Mr Zocchi</cp:lastModifiedBy>
  <cp:revision>1</cp:revision>
  <dcterms:created xsi:type="dcterms:W3CDTF">2026-03-21T11:58:07Z</dcterms:created>
  <dcterms:modified xsi:type="dcterms:W3CDTF">2026-03-21T11:58:07Z</dcterms:modified>
</cp:coreProperties>
</file>