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Animal vs Plant Cells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about cell structure, the differences between animal and plant cells, specialised cells, microscopes, and how diffusion moves substances.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Form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Scientific and Technical Innovation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form of a cell determines its function, and models help us understand structures too small to see."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Cell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细胞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basic unit of all living things. All organisms are made of cells.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Nucleus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细胞核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 DNA. Controls cell activities and division.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Cell Membrane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细胞膜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what enters and leaves the cell. Selectively permeable.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Cytoplasm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细胞质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Jelly-like substance where chemical reactions occur.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Mitochondria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线粒体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energy through respiration. The 'powerhouses' of the cell.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Cell Wall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细胞壁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 outer layer in plant cells. Made of cellulose. Provides support.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Name three organelles found in BOTH animal and plant cells.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Nucleus, cell membrane, cytoplasm, mitochondria, ribosomes.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Name three structures found ONLY in plant cells.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wall, chloroplasts, large permanent vacuole.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the function of mitochondria?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energy from glucose through aerobic respiration. The 'powerhouses' of the cell.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An eyepiece is ×10, objective is ×40. What is the total magnification?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×400 — eyepiece × objective = 10 × 40 = 400.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Animal vs Plant Cells</dc:title>
  <dc:subject>PptxGenJS Presentation</dc:subject>
  <dc:creator>Mr Zocchi — mrzocchi.com</dc:creator>
  <cp:lastModifiedBy>Mr Zocchi — mrzocchi.com</cp:lastModifiedBy>
  <cp:revision>1</cp:revision>
  <dcterms:created xsi:type="dcterms:W3CDTF">2026-03-22T06:54:47Z</dcterms:created>
  <dcterms:modified xsi:type="dcterms:W3CDTF">2026-03-22T06:54:47Z</dcterms:modified>
</cp:coreProperties>
</file>