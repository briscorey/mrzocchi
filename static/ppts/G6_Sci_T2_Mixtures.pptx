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Mixtures &amp; Solutions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Chemistry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 Mixture?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substances combined but NOT chemically joined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substance keeps its own properties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separated by physical methods (filtering, evaporating)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salt water, air, sand and iron filings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F3F1E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Mixture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Two+ substances not chemically bonded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80560" y="109728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480560" y="109728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617720" y="114300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Solution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A mixture where a solid dissolves in a liquid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2880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82880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7452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Solute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The substance that dissolves (e.g., salt)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80560" y="182880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80560" y="182880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187452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Solvent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The liquid that does the dissolving (e.g., water)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56032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256032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6060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Soluble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Able to dissolve in a liquid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480560" y="256032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80560" y="256032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1" name="Text 19"/>
          <p:cNvSpPr/>
          <p:nvPr/>
        </p:nvSpPr>
        <p:spPr>
          <a:xfrm>
            <a:off x="4617720" y="26060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Insoluble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Cannot dissolve (e.g., sand in water)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29184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29184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3756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Saturated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No more solute can dissolve at that temperature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480560" y="329184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80560" y="329184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7" name="Text 25"/>
          <p:cNvSpPr/>
          <p:nvPr/>
        </p:nvSpPr>
        <p:spPr>
          <a:xfrm>
            <a:off x="4617720" y="333756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Dissolving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Solute particles mix evenly between solvent particles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Mixtures are NOT chemically bonded — can be separated physically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= solute + solvent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Soluble substances dissolve; insoluble substances don't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Heating usually helps more solute dissolve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Mixtures &amp; Solutions</dc:title>
  <dc:subject>PptxGenJS Presentation</dc:subject>
  <dc:creator>Mr Zocchi</dc:creator>
  <cp:lastModifiedBy>Mr Zocchi</cp:lastModifiedBy>
  <cp:revision>1</cp:revision>
  <dcterms:created xsi:type="dcterms:W3CDTF">2026-03-23T03:53:56Z</dcterms:created>
  <dcterms:modified xsi:type="dcterms:W3CDTF">2026-03-23T03:53:56Z</dcterms:modified>
</cp:coreProperties>
</file>