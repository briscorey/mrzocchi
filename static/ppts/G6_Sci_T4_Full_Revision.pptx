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8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Ecology — Full Revision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Ecosystems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chains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Food chains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Adaptations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impact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Human impact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Biodiversity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Ecology — Full Revision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