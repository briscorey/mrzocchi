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Matter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Revision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Particles, states, changes, mixtures, and separation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73152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630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194560" y="192024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Particle Model &amp; States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Particles &amp; States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matter is made of tiny particles that are ALWAYS moving.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Solid: particles vibrate in fixed positions (fixed shape, fixed volume).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Liquid: particles slide past each other (fixed volume, takes container shape).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Gas: particles move fast, spread far apart (no fixed shape or volume).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temperature = particles move faster = more energy.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73152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630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194560" y="192024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Changes of State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Changes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(solid→liquid), Freezing (liquid→solid), Boiling (liquid→gas).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(surface only, any temp) vs Boiling (throughout, at boiling point).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Condensation (gas→liquid), Sublimation (solid→gas, skipping liquid).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STAYS CONSTANT during a state change.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Water: melts at 0°C, boils at 100°C.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73152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630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194560" y="192024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 Separation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 Separation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substance = one type of particle. Mixture = two or more types, not chemically joined.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= solute + solvent. Saturated = no more will dissolve.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Filtration = insoluble solid from liquid. Evaporation = dissolved solid from liquid.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 = separating by boiling point (keeps the liquid).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 = separating dissolved coloured substances.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Revision Checklist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model — arrangement and movement in each state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changes of state and particle explanations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Heating/cooling curves — flat sections = state change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vs mixture, solute vs solvent, soluble vs insoluble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separation techniques and when to use 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yourself with the Self-Quiz and Review Games on mrzocchi.com.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Matter — Full Revision</dc:title>
  <dc:subject>PptxGenJS Presentation</dc:subject>
  <dc:creator>Mr Zocchi</dc:creator>
  <cp:lastModifiedBy>Mr Zocchi</cp:lastModifiedBy>
  <cp:revision>1</cp:revision>
  <dcterms:created xsi:type="dcterms:W3CDTF">2026-03-24T11:14:12Z</dcterms:created>
  <dcterms:modified xsi:type="dcterms:W3CDTF">2026-03-24T11:14:12Z</dcterms:modified>
</cp:coreProperties>
</file>