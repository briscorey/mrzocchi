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Geometry — Full Revision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Term 3 Review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Perimeter &amp; Area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= distance around (add all sides)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Rectangle: P = 2(l+w) | Square: P = 4s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= space inside a 2D shape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Rectangle: A = l×w | Triangle: A = ½×b×h | Parallelogram: A = b×h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Surface Area, Volume &amp; Capacity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 = total area of all faces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Cuboid SA = 2(lw+lh+wh) | Cube SA = 6s²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= 3D space inside a shape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Cuboid V = l×w×h | Cube V = s³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Capacity: 1 cm³ = 1 mL, 1 L = 1,000 mL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(cm), Area (cm²), Volume (cm³), Capacity (mL/L)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formulas for rectangle, triangle, cuboid, cube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shapes: split, calculate parts, add together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cm³ = 1 mL is the key volume↔capacity conversion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Geometry — Full Revision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