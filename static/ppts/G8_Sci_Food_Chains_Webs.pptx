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8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 &amp; Food Webs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energy flows through ecosystems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Trophic Levels</a:t>
            </a:r>
            <a:endParaRPr lang="en-US" sz="2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051560"/>
          <a:ext cx="7863840" cy="914400"/>
        </p:xfrm>
        <a:graphic>
          <a:graphicData uri="http://schemas.openxmlformats.org/drawingml/2006/table">
            <a:tbl>
              <a:tblPr/>
              <a:tblGrid>
                <a:gridCol w="2621280"/>
                <a:gridCol w="2621280"/>
                <a:gridCol w="2621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Level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4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Makes own food (photosynthesis)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Grass, algae, trees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Eats producers (herbivore)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Rabbit, deer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Secondary 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Eats primary consumers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Snake, frog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Tertiary consumer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Eats secondary consumers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Eagle, fox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Decomposer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Breaks down dead organisms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D3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Fungi, bacteria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2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Food Chains vs Food Webs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food chain = single pathway of energy transfer.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point FROM prey TO predator (direction of energy flow).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food web = all interconnected food chains in an ecosystem.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webs are more realistic — most organisms eat multiple things.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direction matters! Arrow = 'energy flows to'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Food Chains &amp; Food Webs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