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Gravity &amp; Orbits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5 · Space Science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what gravity is and what it depends 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how gravity keeps objects in orbit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Distinguish between mass and weight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Gravity?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Gravity is the force that shapes the universe.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 force of attraction between any objects that have mass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The greater the mass, the stronger the gravitational pull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The greater the distance, the weaker the pull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Earth's gravity: g = 10 N/kg (approximate)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Gravity is what keeps you on the ground and planets in orbit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Mass vs Weight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 of matter in an object. Measured in kg. Same everywhere.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of gravity on an object. Measured in N. Changes with location.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= mass × gravitational field strength (W = m × g)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Earth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≈ 10 N/kg → 60 kg person weighs 600 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Moon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≈ 1.6 N/kg → same person weighs only 96 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Gravity  引力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pulling objects with mass toward each other.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 质量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 of matter. Measured in kg. Same everywhere.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 重量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of gravity on an object. Measured in 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  轨道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Curved path of one object around another due to gravity.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(field strength)  重力场强度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N/kg on Earth; varies on other planets.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Satellite  卫星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 orbiting another — natural (Moon) or artificial (ISS).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✏️ Weight on Different Planets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914400"/>
          </a:xfrm>
          <a:prstGeom prst="roundRect">
            <a:avLst>
              <a:gd name="adj" fmla="val 12000"/>
            </a:avLst>
          </a:prstGeom>
          <a:solidFill>
            <a:srgbClr val="FFF8E7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astronaut has a mass of 80 kg. What is their weight on Earth (g=10) and Mars (g=3.7)?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2606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Earth: W = 80 × 10 = 800 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337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32918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Mars: W = 80 × 3.7 = 296 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0233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023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stays the same (80 kg) on both planets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7091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80160" y="4663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changes because gravity is different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What is the difference between mass and weight?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Mass = amount of matter (kg, constant). Weight = force of gravity (N, changes with location).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do astronauts weigh less on the Moon?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Moon's gravitational field strength is weaker (1.6 N/kg vs 10 N/kg on Earth).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What keeps the Moon in orbit around Earth?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Earth's gravitational pull provides the centripetal force for the orbit.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A 50 kg object on Earth. Weight?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 = 50 × 10 = 500 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Gravity attracts any objects with mass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Greater mass = stronger gravity; greater distance = weaker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(kg) is constant; weight (N) depends on gravity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= mass × gravitational field strength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Gravity keeps moons, planets, and satellites in orbit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Gravity &amp; Orbits</dc:title>
  <dc:subject>PptxGenJS Presentation</dc:subject>
  <dc:creator>Mr Zocchi</dc:creator>
  <cp:lastModifiedBy>Mr Zocchi</cp:lastModifiedBy>
  <cp:revision>1</cp:revision>
  <dcterms:created xsi:type="dcterms:W3CDTF">2026-03-24T11:30:54Z</dcterms:created>
  <dcterms:modified xsi:type="dcterms:W3CDTF">2026-03-24T11:30:54Z</dcterms:modified>
</cp:coreProperties>
</file>