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Separating Mixtures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Chemistry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Separation Techniques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 — separates insoluble solids from liquids (e.g., sand from water)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— heats solution so liquid evaporates, solid remains (e.g., salt)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— collects the evaporated liquid (pure water from salt water)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— separates colours/substances in a mixture (e.g., ink)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MAGNETISM — separates magnetic materials (e.g., iron from sand)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a Method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Insoluble Solids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Filtration: solid stays in filter paper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Sieving: separates by particle size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Magnetism: if one part is magnetic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Decanting: pouring off liquid carefully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Dissolved Solids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Evaporation: get the solid 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Distillation: get the liquid 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Chromatography: separate dissolved colours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Crystallisation: slow evaporation for crystals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separation method based on the properties of the mixture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 = insoluble solids, Evaporation = dissolved solids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collects BOTH the solid and liquid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 shows how many substances are in a mixture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Separating Mixtures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