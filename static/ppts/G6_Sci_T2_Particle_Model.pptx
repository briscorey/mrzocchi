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Particle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Science · Chemistry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mrzocchi.com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is Made of Particles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matter is made up of tiny particles (atoms and molecules)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too small to see — even with a microscope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particle model helps us explain how materials behave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always moving — this is called kinetic theory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Particles in Each State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3F1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packed tightly in fixed positions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Vibrate but don't move around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forces hold them together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shape and volume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3F1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Liquids &amp; Gases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Liquids: particles close but can slide past each other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Liquids take the shape of their container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Gases: particles far apart, move fast and randomly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Gases fill any container and can be compressed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matter = tiny particles in constant motion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Solids: fixed, vibrate only | Liquids: close, slide | Gases: far, fast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arrangement explains properties of each state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energy = particles move faster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mrzocchi.com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Particle Model</dc:title>
  <dc:subject>PptxGenJS Presentation</dc:subject>
  <dc:creator>Mr Zocchi</dc:creator>
  <cp:lastModifiedBy>Mr Zocchi</cp:lastModifiedBy>
  <cp:revision>1</cp:revision>
  <dcterms:created xsi:type="dcterms:W3CDTF">2026-03-23T03:53:56Z</dcterms:created>
  <dcterms:modified xsi:type="dcterms:W3CDTF">2026-03-23T03:53:56Z</dcterms:modified>
</cp:coreProperties>
</file>