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Term 4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 &amp; Substitution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 use letters for unknowns (3n, x+5, y²)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Substitution: replace letters with numbers, use BIDMAS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terms: same letter and power (can be collected)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every step of your working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&amp; Sequences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One-step: use ONE inverse operation to solve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Two-step: undo +/- first, then ×/÷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by substituting answer back 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Sequences: find common difference → write nth term rule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≠ Equation (no = sign vs has = sign)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operations: +↔-, ×↔÷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Two-step: undo in reverse BIDMAS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 formula: predict any position in a sequence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