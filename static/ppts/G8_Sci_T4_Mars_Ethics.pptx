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Ethics of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Colonisation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we? Who decides? What about Mars life?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E9C46A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we find bacteria on Mars — even just fossils — should we still colonise? Who has the right to claim another planet?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not just science questions. They're philosophy, ethics, and law.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anyone 'own' Mars?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colonisation destroys Martian life?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billionaires decide humanity's future in space?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Ethical Questions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Planetary protection: contaminating Mars with Earth bacteria could destroy native life.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Ownership: The Outer Space Treaty (1967) says no nation can claim celestial bodies.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Inequality: who gets to go? The rich? Scientists? Random selection?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Terraforming: changing Mars to be more Earth-like — destroying its natural state.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Resources: should we mine Mars or keep it pristine?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ethical questions applied when Europeans colonised other continents.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IDU Connection: Science × Humanities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SCIENCE: What are the technical challenges? What evidence exists?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HUMANITIES: What are the ethical implications? Who decides?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What can we learn from past colonisation?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ECONOMICS: Who pays? Who profits?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this unit is INTERDISCIPLINARY — no single subject has the full answer.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 Colonise Mars?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TED-Ed  •  5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Ethics of Space Colonisation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 Tube  •  12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Outer Space?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Wendover Productions  •  8 min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Ethics of Colonisation</dc:title>
  <dc:subject>PptxGenJS Presentation</dc:subject>
  <dc:creator>Mr Zocchi</dc:creator>
  <cp:lastModifiedBy>Mr Zocchi</cp:lastModifiedBy>
  <cp:revision>1</cp:revision>
  <dcterms:created xsi:type="dcterms:W3CDTF">2026-03-24T02:01:17Z</dcterms:created>
  <dcterms:modified xsi:type="dcterms:W3CDTF">2026-03-24T02:01:17Z</dcterms:modified>
</cp:coreProperties>
</file>