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Science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know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Layers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 → Mantle → Outer Core → Inner Core.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(thick, granite) vs. Oceanic (thin, basalt).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Mantle: convection currents drive plate movement.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sits on the Yangtze Craton — ancient continental crust.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&amp; Boundaries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Boundaries Summary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Together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Mountains, trenches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Himalayas, Japan Trench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crust, ridges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Mid-Atlantic, Rhine Graben (Germany)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 by side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Earthquakes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Tan-Lu Fault (near Nanjing)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Drift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(German, 1912): Pangaea — all continents joined.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coastline fit, matching fossils (China &amp; Antarctica), rocks, climate.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because no mechanism — solved by sea-floor spreading (1960s).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9D8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Earthquakes &amp; Volcanoes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2A9D8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Picture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heat → convection → plate movement → surface features.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 of Fire: Japan, Korea, China's coast.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CHANGE — Earth is dynamic, constantly changing.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Japan, Korea, China: earthquake-prepared. Germany: stable interior.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 Science — Full Revision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