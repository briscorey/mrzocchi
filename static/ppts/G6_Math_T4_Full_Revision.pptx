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 — Full Revision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4 · Algebra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Expressions &amp; Substitution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for unknowns. No × sign (3x not 3×x). Like terms: same letter. Simplify by combining.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letters with numbers. Follow BIDMAS. (−3)²=9 but −3²=−9. Check every occurrence.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sign. Solve using inverse operations. Balance method: same to both sides. Always check.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Equations &amp; Sequences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x+5=12→x=7. 4x=20→x=5. Inverse: +↔−, ×↔÷. Check by substituting.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+/− first, then ×/÷. 3x+4=19→3x=15→x=5. Show working.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difference=d. nth term=dn+c. Find c: first term−d. Use to find any term.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Expressions: combine like terms, no × sign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Substitution: replace letters, follow BIDMAS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Equations: inverse operations, balance both sides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Two-step: undo +/− first, then ×/÷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Sequences: nth term = dn + 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— Full Revision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