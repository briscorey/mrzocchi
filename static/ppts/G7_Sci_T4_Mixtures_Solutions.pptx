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&amp; Solutions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4 · Chemistry — Separation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mixture, solution, solute, and solvent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 between mixtures and pure substances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saturated and unsaturated solutions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vs Pure Substances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things around us are mixtures, not pure substances.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 pure substance contains only one type of element or compound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 mixture contains two or more substances not chemically joined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Mixtures can be separated by physical methods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substances in a mixture keep their own properties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Examples: air (mixture of gases), salt water, sand and water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Solutions Explained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mixture where a solid dissolves in a liquid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substance that dissolves (e.g., salt, sugar)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liquid that does the dissolving (e.g., water)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Saturated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no more solute can dissolve at that temperature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Dissolving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Solute particles spread evenly between solvent particles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Mixture  混合物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more substances not chemically combined.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 溶液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mixture where a solute dissolves in a solvent.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Solute  溶质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substance that dissolves (e.g., salt).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Solvent  溶剂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liquid that dissolves the solute (e.g., water).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Saturated  饱和的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more solute can dissolve at that temperature.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Dissolving  溶解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Solute particles mixing evenly with solvent.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stir sugar into hot tea and cold tea, which dissolves more? Why?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Think about particle energy at different temperatures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happens to solubility when temperature increases?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is a saturated solution?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is the difference between a mixture and a pure substance?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 mixture has two+ substances not chemically joined; pure has only one.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In salt water, what is the solute and solvent?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Solute: salt. Solvent: water.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What does saturated mean?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No more solute can dissolve at that temperature.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Why does sugar dissolve faster in hot water?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Particles move faster at higher temperatures, so dissolving is quicker.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Mixtures contain two+ substances not chemically combined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Solutions: solute dissolves in solvent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Solute = what dissolves; Solvent = what does the dissolving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Saturated = no more can dissolve at that temperature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affects how much solute can dissolve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Mixtures &amp; Solutions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