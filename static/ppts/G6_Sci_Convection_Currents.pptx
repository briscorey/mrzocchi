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Convection Currents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that moves the Earth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0" y="182880"/>
            <a:ext cx="2286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0" b="1" dirty="0">
                <a:solidFill>
                  <a:srgbClr val="2A9D8F">
                    <a:alpha val="8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6000" dirty="0"/>
          </a:p>
        </p:txBody>
      </p:sp>
      <p:sp>
        <p:nvSpPr>
          <p:cNvPr id="4" name="Text 2"/>
          <p:cNvSpPr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INQUIRY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6858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does the steam from a hot pot (火锅) always rise upward?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principle that makes steam rise also moves entire continents.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200400"/>
            <a:ext cx="7315200" cy="1645920"/>
          </a:xfrm>
          <a:prstGeom prst="rect">
            <a:avLst/>
          </a:prstGeom>
          <a:solidFill>
            <a:srgbClr val="243660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2461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— Pair — Share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566160"/>
            <a:ext cx="6949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to air or water when it gets hotter?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hot material go? Where does cool material go?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 this movement happen inside the Earth too?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Convection?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Convection is heat transfer through a fluid (liquid or gas).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material rises because it becomes less dense.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 material sinks because it becomes more dense.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circular movement is called a convection current.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7863840" cy="73152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4114800"/>
            <a:ext cx="64008" cy="73152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7406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Ondol (온돌) — traditional Korean underfloor heating — uses convection to warm rooms.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Convection in the Mantle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heats the mantle from below.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rock rises slowly toward the crust.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top, it cools and spreads sideways.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sinks back down, completing the cycle.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VERY slow — centimetres per year.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Does This Matter?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31920" cy="6400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1887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Connection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Convection currents drag tectonic plates.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plates meet = earthquakes, volcanoes, mountains.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engine driving all plate movement.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54880" y="10058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005840"/>
            <a:ext cx="3931920" cy="64008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1887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Everyday Examples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93776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pot (火锅) — liquid circulates.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Jjimjilbang (찜질방) — hot air rises in Korean saunas.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Radiators in German apartments — warm air circulates.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05840"/>
          <a:ext cx="78638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577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Convection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Heat transfer through moving fluid.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Mass per unit space. Less dense = rises.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Convection Current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Circular flow from heating and cooling.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Tectonic Plate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 piece of crust that moves slowly.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Recommended Videos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8686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these on YouTube to learn more.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64008" cy="10515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325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188720" y="130759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Convection Currents — What Are They?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169164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FuseSchool  •  3 min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42316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423160"/>
            <a:ext cx="64008" cy="10515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88720" y="249631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Convection Currents in the Mantle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88720" y="288036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MooMooMath and Science  •  3 min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61188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611880"/>
            <a:ext cx="64008" cy="10515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703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88720" y="368503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Heat Transfer? Conduction, Convection, Radiation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406908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 •  5 min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Convection Currents</dc:title>
  <dc:subject>PptxGenJS Presentation</dc:subject>
  <dc:creator>Mr Zocchi</dc:creator>
  <cp:lastModifiedBy>Mr Zocchi</cp:lastModifiedBy>
  <cp:revision>1</cp:revision>
  <dcterms:created xsi:type="dcterms:W3CDTF">2026-03-23T05:29:31Z</dcterms:created>
  <dcterms:modified xsi:type="dcterms:W3CDTF">2026-03-23T05:29:31Z</dcterms:modified>
</cp:coreProperties>
</file>