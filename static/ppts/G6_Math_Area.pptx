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3 · Geometry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914400"/>
            <a:ext cx="91440" cy="32004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097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Area?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is the amount of space inside a flat (2D) shape. It is measured in square units: mm², cm², m², km². Think of it as how many 1×1 unit squares fit inside the shape.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Area Formulas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Rectangle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length × width. Example: 8cm × 5cm = 40 cm². A square is a special rectangle: A = side × side = s².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½ × base × height. The height must be PERPENDICULAR to the base. Example: base 6cm, height 4cm → A = ½ × 6 × 4 = 12 cm².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Parallelogram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base × perpendicular height. NOT the slanted side! Example: base 10cm, height 7cm → A = 70 cm².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Compound Shapes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the shape into rectangles and/or triangles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the area of each part separately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areas together for the total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you need to SUBTRACT (cut out a piece)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L-shape = large rectangle − small rectangle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18872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0" y="1371600"/>
            <a:ext cx="3291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Matter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uses SQUARE units because it measures 2D space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m² = 10,000 cm² (100 × 100)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km² = 1,000,000 m²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Converting: multiply/divide by the square of the conversion factor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state the correct square unit in your answer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= space inside a 2D shape, measured in square units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Rectangle: A = l × w. Triangle: A = ½ × b × h. Parallelogram: A = b × h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 must be perpendicular to base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shapes: split, calculate parts, add (or subtract)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m² = 10,000 cm²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Area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