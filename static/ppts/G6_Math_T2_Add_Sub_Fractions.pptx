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&amp; Subtracting Fractions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Fractions &amp; Decimals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Adding and Subtracting Fractions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add or subtract fractions, the denominators must be THE SAME. If they're different, find a common denominator first. Then add or subtract the numerators only — the denominator stays the same. Always simplify your answer.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Step by Step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Denominator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add/subtract the numerators. ²⁄₇ + ³⁄₇ = ⁵⁄₇. ⁵⁄₈ − ³⁄₈ = ²⁄₈ = ¼ (simplify!). The denominator NEVER changes.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Denominators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LCM of denominators. Convert both fractions. Then add/subtract. ½ + ¹⁄₃: LCM(2,3)=6 → ³⁄₆ + ²⁄₆ = ⁵⁄₆.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to improper fractions first. 2¹⁄₃ + 1½ = ⁷⁄₃ + ³⁄₂ = ¹⁴⁄₆ + ⁹⁄₆ = ²³⁄₆ = 3⁵⁄₆.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Practice Problems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³⁄₅ + ¹⁄₅ = ⁴⁄₅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⁷⁄₈ − ³⁄₈ = ⁴⁄₈ = ½ (simplify)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¹⁄₃ + ¼ = ⁴⁄₁₂ + ³⁄₁₂ = ⁷⁄₁₂ (LCM of 3 and 4 = 12)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²⁄₃ − ¹⁄₆ = ⁴⁄₆ − ¹⁄₆ = ³⁄₆ = 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1³⁄₄ + 2¹⁄₂ = ⁷⁄₄ + ⁵⁄₂ = ⁷⁄₄ + ¹⁰⁄₄ = ¹⁷⁄₄ = 4¼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denominators: add/subtract numerators only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denominators: find LCM, convert, then add/subtract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numbers: convert to improper fractions first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add or change the denominators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simplify your final answer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Adding &amp; Subtracting Fractions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