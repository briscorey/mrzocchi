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 &amp; Habitats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3 · Biology — Ecology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ecosystem, habitat, population, and community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biotic and abiotic factors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how organisms interact with their environment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Ecosystem?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ecosystem is a complex web of life and its surroundings.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An ecosystem includes all living organisms AND their physical environment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Made up of a community (all living things) + habitat (the place)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Ranges from tiny (rock pool) to huge (tropical rainforest)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All organisms depend on each other and their environment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Changes to one part affect the whole ecosystem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vs Abiotic Factors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 (Living)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Competition for resources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Predation (predator-prey)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Disease and parasites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Availability of food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New species arriving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Abiotic (Non-Living)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Temperature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Light intensity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Water availability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Soil pH and nutrients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Wind and altitude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 生态系统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of organisms + their physical environment.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Habitat  栖息地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place where an organism lives.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 种群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organisms of one species in an area.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 群落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populations of different species in an area.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  生物的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factors (predation, competition, disease).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Abiotic  非生物的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Non-living factors (temperature, light, water).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the difference between a population and a community?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Population = one species. Community = all species in an area.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Give two biotic factors.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Predation, competition, disease (any two).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Give two abiotic factors.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Temperature, light, water, soil pH (any two).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makes up an ecosystem?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All living organisms (community) plus the non-living environment.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= community + habitat (living + non-living)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Population: one species; Community: all species in an area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Biotic factors: living (predation, competition, disease)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Abiotic factors: non-living (temperature, light, water)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parts are interconnected — changes affect the whole system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Ecosystems &amp; Habitats</dc:title>
  <dc:subject>PptxGenJS Presentation</dc:subject>
  <dc:creator>Mr Zocchi</dc:creator>
  <cp:lastModifiedBy>Mr Zocchi</cp:lastModifiedBy>
  <cp:revision>1</cp:revision>
  <dcterms:created xsi:type="dcterms:W3CDTF">2026-03-24T11:35:31Z</dcterms:created>
  <dcterms:modified xsi:type="dcterms:W3CDTF">2026-03-24T11:35:31Z</dcterms:modified>
</cp:coreProperties>
</file>