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Chromatography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4 · Chemistry — Separation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how chromatography separates dissolved substances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and interpret Rf values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unknown substances using chromatograms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applications of chromatography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Chromatography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Chromatography identifies unknown substances by their Rf values.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Separates dissolved substances based on how they travel through paper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Different substances have different attractions to the paper/solvent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More soluble substances travel further with the solvent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Less soluble substances stay closer to the start line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Each substance has a unique Rf value — like a fingerprint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✏️ Calculating Rf Values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FF8E7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Substance A moved 3.5 cm. Substance B moved 5.6 cm. Solvent front = 7.0 cm.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for A = 3.5 ÷ 7.0 = 0.50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for B = 5.6 ÷ 7.0 = 0.80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is more soluble (travelled further)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known substance has Rf = 0.50, substance A is a match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Interpreting Chromatograms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spot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Substance is pure (only one component)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spots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Substance is a mixture (several components)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Rf values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substances with same Rf are the same compound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Pencil baseline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Pencil won't dissolve — pen ink would separate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lid on beaker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Solvent evaporates — always use a lid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Chromatography  色谱法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Separating dissolved substances by how they travel on paper.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Value  比移值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of substance ÷ distance of solvent front.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Chromatogram  色谱图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resulting paper showing separated substances.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Solvent Front  溶剂前沿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furthest point reached by the solvent.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Phase  流动相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solvent moving up the paper.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Stationary Phase  固定相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— stays still.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Why use pencil, not pen, for the baseline?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Pen ink dissolves and would separate, affecting results.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Substance moves 4.8 cm, solvent front 8.0 cm. Rf?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Rf = 4.8 ÷ 8.0 = 0.60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A chromatogram shows three spots. Is it pure or a mixture?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 mixture — pure substances show only one spot.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How do you identify an unknown substance?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Compare its Rf value to known substances — matching Rf = same substance.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Chromatography separates dissolved substances by solubility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= distance of substance ÷ distance of solvent front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substances show one spot; mixtures show multiple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Rf values identify unknown substances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use pencil baseline and cover the beaker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Chromatography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