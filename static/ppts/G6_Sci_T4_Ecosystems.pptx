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Ecosystems &amp; Habitats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 · Mr Zocchi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47472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4 · Ecology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371600" y="914400"/>
            <a:ext cx="64008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71600" y="914400"/>
            <a:ext cx="91440" cy="32004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1097280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an Ecosystem?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0" y="1828800"/>
            <a:ext cx="5669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ecosystem is a community of living organisms (biotic) interacting with their non-living environment (abiotic). It includes all the plants, animals, microorganisms, water, soil, air, and sunlight in a particular area. Ecosystems can be as small as a puddle or as large as an ocean.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Terms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Habitat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place where an organism lives. It provides food, water, shelter, and space. Example: a coral reef is the habitat for clownfish.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organisms of ONE species in an area. Example: all the rabbits in a field.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DIFFERENT species in an area. Example: rabbits, foxes, grass, and beetles in a field.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Biotic vs Abiotic Factors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Biotic = LIVING factors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Predators, prey, competitors, parasites, disease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Plants provide food and oxygen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Decomposers recycle nutrients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Abiotic = NON-LIVING factors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Temperature, light, water, soil pH, wind, minerals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840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46320" y="1188720"/>
            <a:ext cx="38404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5120640" y="1371600"/>
            <a:ext cx="32918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 of Ecosystems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Tropical rainforest — hot, wet, most biodiversity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Desert — hot, dry, organisms adapted to conserve water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Ocean — largest ecosystem, salt water, coral reefs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 — small freshwater ecosystem, frogs, algae, insects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Arctic tundra — cold, permafrost, few species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= biotic (living) + abiotic (non-living) factors interacting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Habitat = where an organism lives; population = one species; community = all species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Biotic: predators, prey, competitors, disease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Abiotic: temperature, light, water, soil, wind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Ecosystems range from a puddle to the ocean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Ecosystems &amp; Habitats</dc:title>
  <dc:subject>PptxGenJS Presentation</dc:subject>
  <dc:creator>Mr Zocchi</dc:creator>
  <cp:lastModifiedBy>Mr Zocchi</cp:lastModifiedBy>
  <cp:revision>1</cp:revision>
  <dcterms:created xsi:type="dcterms:W3CDTF">2026-03-23T04:01:17Z</dcterms:created>
  <dcterms:modified xsi:type="dcterms:W3CDTF">2026-03-23T04:01:17Z</dcterms:modified>
</cp:coreProperties>
</file>