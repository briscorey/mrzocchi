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Chemistry — Full Revision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2 · Chemistry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Particles &amp; States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 Model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matter = particles. Solids: regular, vibrate. Liquids: close, slide. Gases: far, fast. Heating = more energy = faster movement.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of State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Melting, freezing, evaporation, condensation, sublimation, deposition. Physical changes — reversible. Temperature flat during change.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= mass ÷ volume. Solid &gt; liquid &gt; gas (usually). Exception: ice floats because it's less dense than water.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Mixtures &amp; Separating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chemically bonded. Solutions: solute + solvent. Saturated = no more dissolves. Faster dissolving: heat, stir, crush.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Methods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Filtration (insoluble solid). Evaporation (dissolved solid). Distillation (pure liquid). Chromatography (colours). Magnet (magnetic).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Solute: dissolves. Solvent: does dissolving. Soluble: can dissolve. Insoluble: can't dissolve. Residue: stays in filter. Filtrate: passes through.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Particles: solid (vibrate), liquid (slide), gas (fast, far apart)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of state = physical, reversible; temperature flat during change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Mixtures separated by physical methods based on properties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Filtration, evaporation, distillation, chromatography, magnetic separation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Dissolving faster with: heat, stirring, smaller particle size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Chemistry — Full Revision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