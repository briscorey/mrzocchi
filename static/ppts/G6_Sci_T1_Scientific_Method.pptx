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Scientific Method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Scientific Skills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Scientific Method?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process scientists use to investigate questions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helps us test ideas fairly and draw reliable conclusions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steps: Question → Research → Hypothesis → Experiment → Analyse → Conclude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always linear — scientists often repeat steps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Steps in Detail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ASK A QUESTION — observe something and wonder why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RESEARCH — find out what is already known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HYPOTHESIS — make a testable prediction (If... then... because...)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EXPERIMENT — design a fair test with one variable changed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COLLECT DATA — record measurements and observations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ANALYSE — look for patterns in your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CONCLUDE — does your data support your hypothesis?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Hypothesis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 testable prediction based on observations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Variable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Something that can change in an experiment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Fair test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Only ONE variable changes, all others stay the same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Information collected during an experiment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Conclusion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A summary of what the results show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Peer review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Other scientists check and evaluate your work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method makes investigations fair and repeatable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hypothesis uses 'If... then... because...' format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change ONE variable at a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conclusion must be based on evidence, not opinion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Scientific Method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