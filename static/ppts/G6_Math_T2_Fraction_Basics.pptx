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of a whole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of a whole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number — how many parts you have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number — total equal parts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&lt; denominator (less than 1)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≥ denominator (1 or more)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number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 + fraction (e.g. 2¾)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Fraction?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represents EQUAL PARTS of a whole.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¾ means 3 out of 4 equal parts.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DENOMINATOR tells you how many equal parts the whole is divided into.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NUMERATOR tells you how many of those parts you have.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can represent parts of shapes, quantities, or amounts.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fraction bar means DIVIDE: ¾ = 3 ÷ 4 = 0.75.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Fractions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 Fractions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is SMALLER than denominator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LESS than 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½, ¾, ⅖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most common type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 &amp; Mixed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Improper: numerator ≥ denominator (e.g. 7/4)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1 or MORE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number: whole + fraction (e.g. 1¾)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Convert: 7/4 = 1 remainder 3 = 1¾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Converting Between Improper and Mixed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→ Mixed: divide numerator by denominator.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11/3 → 11 ÷ 3 = 3 remainder 2 → 3⅔.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→ Improper: multiply whole × denominator + numerator.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2¾ → (2 × 4) + 3 = 11 → 11/4.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be able to do both conversions for assessments.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fractions and mixed numbers show the SAME amount — just written differently.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what numerator and denominator mean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proper, improper, and mixed number fractions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convert between improper fractions and mixed numbers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represent fractions on a number line or diagram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a fraction is another way of writing division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are everywhere — sharing pizza, measuring ingredients, reading music.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Fractions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