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Equations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value of the unknown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Equation?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equation has an equals sign.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solve: find the value that makes both sides equal.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rule: whatever you do to one side, do to the other.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a balance scale — keep it balanced!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One-Step Equations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+ 7 = 15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7 from both sides: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+ 7 - 7 = 15 - 7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8 ✓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Two-Step Equations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+ 4 = 19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Subtract 4 → 3x = 15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Divide by 3 → x = 5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deal with the constant first, then the coefficient.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3(5) + 4 = 15 + 4 = 19 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Equations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