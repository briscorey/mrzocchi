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7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Algebra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Revision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Expressions, Equations, Inequalities, Sequences &amp; Graphs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372D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C8372D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Expressions Recap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Expand: multiply everything inside bracket by term outside.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3(x + 4) = 3x + 12. Don't forget the second term!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&amp; simplify: expand each bracket, then collect like terms.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Factorise: find HCF, take it outside. 6x + 12 = 6(x + 2).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factorising by expanding back.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372D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C8372D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Equations Recap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brackets: expand first, then solve.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Unknowns on both sides: collect x on one side, numbers on the other.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 + 3 = 2x + 18 → 3x = 15 → x = 5.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fractions: multiply by denominator to clear.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 your answer by substituting back.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372D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Inequalities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C8372D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Inequalities Recap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like equations but keep the inequality sign.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the sign when multiplying/dividing by a NEGATIVE.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line: open circle for &lt; &gt;, closed circle for ≤ ≥.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inequalities: 2 ≤ x &lt; 7 means x is between 2 and 7.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372D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Sequences &amp; Graphs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C8372D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Formulas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nth 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= dn + 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= common difference, c = adjustment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 = rise / 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Steepness of the 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= mx + 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= mx + 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 = gradient, c = y-intercept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lines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c values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Algebra — Full Revision</dc:title>
  <dc:subject>PptxGenJS Presentation</dc:subject>
  <dc:creator>Mr Zocchi</dc:creator>
  <cp:lastModifiedBy>Mr Zocchi</cp:lastModifiedBy>
  <cp:revision>1</cp:revision>
  <dcterms:created xsi:type="dcterms:W3CDTF">2026-03-23T08:04:37Z</dcterms:created>
  <dcterms:modified xsi:type="dcterms:W3CDTF">2026-03-23T08:04:37Z</dcterms:modified>
</cp:coreProperties>
</file>