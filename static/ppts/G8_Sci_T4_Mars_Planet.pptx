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Mars — The Red Planet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4 · Interdisciplinary — Mars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key features of Mars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Mars and Earth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why Mars is a target for exploration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Mars: Key Facts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from Sun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~228 million km (1.5 AU) — 50% further than Earth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Diameter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~6,800 km — about half the size of Earth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Atmosphere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CO₂, very thin (1% of Earth's pressure)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−60°C (ranges from −125°C to 20°C)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length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hours 37 minutes (very similar to Earth)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5303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length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54880" y="53035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687 Earth days (almost 2 Earth years)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Explore Mars?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Most Earth-like planet in our solar system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Day length is almost identical to Earth's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Evidence of ancient water (dried river beds, polar ice caps)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Could Mars have supported life in the past?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Potential future home for humans (backup planet)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52578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5303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Scientific discoveries about planetary formation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Mars  火星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Fourth planet from the Sun. The Red Planet.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Olympus Mons  奥林匹斯山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volcano in the solar system — on Mars.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Valles Marineris  水手号峡谷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canyon system in the solar system — on Mars.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Rover  探测车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vehicle exploring Mars's surface.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Atmosphere  大气层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of gases surrounding a planet.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Terraforming  地球化改造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Transforming a planet to be habitable for humans.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is Mars's atmosphere mainly made of?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95% carbon dioxide — very thin, about 1% of Earth's pressure.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is Mars called the Red Planet?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Iron oxide (rust) in the soil gives it a reddish colour.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long is a day on Mars?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24 hours and 37 minutes — very similar to Earth.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Name two features that make Mars interesting for exploration.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Evidence of ancient water, similar day length, most Earth-like planet (any two).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Mars is the fourth planet — half Earth's size, thin CO₂ atmosphere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temperature −60°C with very low atmospheric pressure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length almost identical to Earth (24h 37min)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of ancient water makes it scientifically important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Mars is the most likely candidate for future human exploration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Mars — The Red Planet</dc:title>
  <dc:subject>PptxGenJS Presentation</dc:subject>
  <dc:creator>Mr Zocchi</dc:creator>
  <cp:lastModifiedBy>Mr Zocchi</cp:lastModifiedBy>
  <cp:revision>1</cp:revision>
  <dcterms:created xsi:type="dcterms:W3CDTF">2026-03-24T11:35:32Z</dcterms:created>
  <dcterms:modified xsi:type="dcterms:W3CDTF">2026-03-24T11:35:32Z</dcterms:modified>
</cp:coreProperties>
</file>