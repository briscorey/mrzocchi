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8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 &amp; Webs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Food chains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levels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Trophic levels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Food webs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transfer (10% rule)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Energy transfer (10% rule)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Pyramids of numbers &amp; energy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Pyramids of numbers &amp; energy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Chains &amp; Webs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