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Measurement &amp; Units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measurement is the foundation of science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 units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units used worldwide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to the true value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Precision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repeated results are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Meniscus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Curved surface of a liquid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Resolution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change an instrument can detect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Uncertainty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of possible error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 Units You Must Know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Ruler / tape measure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kilogram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 / scales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Stopwatch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degrees Celsius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°C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Thermometer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centimetre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Measuring cylinder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newton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Newton meter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Measure Accurately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the ruler at the 0 mark — not the edge of the ruler.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measuring cylinder at EYE LEVEL at the MENISCUS.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a thermometer to settle before reading.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most appropriate instrument for the measurement.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all measurements with the correct UNIT.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at least 3 readings and calculate the mean.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meniscus is the curved surface of water — read from the bottom of the curve.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 vs Precision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your result is to the TRUE value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hitting the bullseye on a target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correct technique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improved with better equipment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Precision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your REPEATED results are to each other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hitting the same spot every time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the equipment resolution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improved by repeating the experiment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Metric Conversions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×1000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→ 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km = 1000 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kg = 1000 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 = 1000 mL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8328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×100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38328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→ CM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 = 100 cm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280160"/>
            <a:ext cx="23774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46304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×10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035040" y="2423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 → MM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28346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cm = 10 mm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1148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convert to the same unit before comparing measurements.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the SI units for length, mass, time, and temperature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 measuring cylinder at the meniscus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the difference between accuracy and precision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convert between common metric units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always include units with my measurements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accurate measurement, our data is meaningless.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Measurement &amp; Units</dc:title>
  <dc:subject>PptxGenJS Presentation</dc:subject>
  <dc:creator>Mr Zocchi</dc:creator>
  <cp:lastModifiedBy>Mr Zocchi</cp:lastModifiedBy>
  <cp:revision>1</cp:revision>
  <dcterms:created xsi:type="dcterms:W3CDTF">2026-03-24T11:14:11Z</dcterms:created>
  <dcterms:modified xsi:type="dcterms:W3CDTF">2026-03-24T11:14:11Z</dcterms:modified>
</cp:coreProperties>
</file>