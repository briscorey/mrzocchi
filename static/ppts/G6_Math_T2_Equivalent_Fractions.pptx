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 &amp; Simplifying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work fluently with fractions, decimals, and percentages — converting between forms and applying the four operations.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the relationships between fractions, decimals, and percentages allows us to represent and compare quantities in different ways."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representing part of a whole, written as numerator/denominator. e.g. 3/4.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Numerator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分子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number in a fraction — how many parts you have.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Denominator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bottom number in a fraction — how many equal parts the whole is divided into.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等值分数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that look different but have the same value. e.g. 1/2 = 2/4 = 3/6.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化简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numerator and denominator by their HCF to make the fraction as simple as possible.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Improper Fraction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假分数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fraction where the numerator is larger than the denominator. e.g. 7/4.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 12/18.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— divide both by HCF (6): 12÷6=2, 18÷6=3.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3/4 to a decimal.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— divide 3 by 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0.4 to a fraction in simplest form.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 — 0.4 = 4/10 = 2/5.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Convert 60% to a fraction.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3/5 — 60/100 = 3/5.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Equivalent Fractions &amp; Simplifying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