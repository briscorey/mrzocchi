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7 MATHEMATICS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Solving Multi-Step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Equations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Unknowns on both sides, brackets, and more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C8372D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phone plans in Nanjing: Plan A costs 49 yuan/month + 0.10 yuan/text. Plan B costs 29 yuan/month + 0.30 yuan/text. When do they cost the same?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the two expressions equal creates an equation with unknowns on both sides.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write an expression for each plan's monthly cost?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'cost the same' mean mathematically?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+ 0.1t = 29 + 0.3t — how would you solve this?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Equations with Brackets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Expand the brackets first.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Then solve as normal.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3(x + 2) = 21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3x + 6 = 21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3x = 15 → x = 5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Unknowns on Both Sides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get ALL x terms on ONE side, all numbers on the OTHER.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5x + 3 = 2x + 18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Subtract 2x from both sides → 3x + 3 = 18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Subtract 3 from both sides → 3x = 15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Divide by 3 → x = 5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5(5)+3 = 28, 2(5)+18 = 28 ✓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collect variables on the side that keeps them POSITIVE.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Equations with Fractions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every term by the denominator to clear fractions.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 + 5)/3 = 7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both sides by 3: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+ 5 = 21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16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Example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(2x − 1)/4 = (x + 3)/2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4: 2x − 1 = 2(x + 3)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 − 1 = 2x + 6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 = 6 ← No solution! (parallel lines)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Real-World Equations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plans: 49 + 0.1t = 29 + 0.3t → 20 = 0.2t → t = 100 texts.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Seoul vs Nanjing taxi: 4500 + 800d = 11 + 2.4d (convert to same currency first!).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vs Chinese streaming: 9.99 + 0m = 0 + 1.99m → break-even at m = 5 months.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expressions are EQUAL, we can find the exact crossover point.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 with Brackets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Corbettmaths  •  5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 with Unknowns on Both Sides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Corbettmaths  •  6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Linear Equations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7 min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Solving Multi-Step Equations</dc:title>
  <dc:subject>PptxGenJS Presentation</dc:subject>
  <dc:creator>Mr Zocchi</dc:creator>
  <cp:lastModifiedBy>Mr Zocchi</cp:lastModifiedBy>
  <cp:revision>1</cp:revision>
  <dcterms:created xsi:type="dcterms:W3CDTF">2026-03-23T08:04:37Z</dcterms:created>
  <dcterms:modified xsi:type="dcterms:W3CDTF">2026-03-23T08:04:37Z</dcterms:modified>
</cp:coreProperties>
</file>