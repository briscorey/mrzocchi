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7 SCIENCE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Forces &amp; Motion Revision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 need to know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206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 · NIS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D35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2743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8372D">
                    <a:alpha val="7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Types of Forces</a:t>
            </a:r>
            <a:endParaRPr lang="en-US" sz="3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00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Forces Quick Reference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7863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= push or pull, measured in Newtons (N).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forces: friction, air resistance, tension.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Non-contact forces: gravity, magnetism.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= mass × 10 (on Earth).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D35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2743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8372D">
                    <a:alpha val="7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Balanced &amp; Unbalanced</a:t>
            </a:r>
            <a:endParaRPr lang="en-US" sz="3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00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Forces &amp; Motion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7863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(net = 0): no change in motion.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Unbalanced (net ≠ 0): acceleration.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Resultant = combine forces (add same direction, subtract opposite).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D35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2743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8372D">
                    <a:alpha val="7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Newton's Laws</a:t>
            </a:r>
            <a:endParaRPr lang="en-US" sz="3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00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Three Laws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7863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1st: Objects resist changes in motion (inertia).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2nd: F = m × a (force, mass, acceleration linked).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3rd: Every action has an equal and opposite reaction.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velocity: when weight = air resistance.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4688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learnlattice.org/students/exam-revision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Forces Full Revision</dc:title>
  <dc:subject>PptxGenJS Presentation</dc:subject>
  <dc:creator>Mr Zocchi</dc:creator>
  <cp:lastModifiedBy>Mr Zocchi</cp:lastModifiedBy>
  <cp:revision>1</cp:revision>
  <dcterms:created xsi:type="dcterms:W3CDTF">2026-03-21T12:00:06Z</dcterms:created>
  <dcterms:modified xsi:type="dcterms:W3CDTF">2026-03-21T12:00:06Z</dcterms:modified>
</cp:coreProperties>
</file>