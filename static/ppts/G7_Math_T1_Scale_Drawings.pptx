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Drawings &amp; Maps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simplify ratios, share quantities, work with direct proportion, and use scale drawings.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proportional relationships helps us compare, scale, and distribute quantities fairly."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two quantities using a colon. e.g. 3:5 means '3 to 5'.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parts of a ratio by their HCF. e.g. 12:8 = 3:2.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等值比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with the same value. 2:3 = 4:6 = 6:9 (multiply both parts by the same number).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that two ratios are equal. Also: a part expressed as a fraction of the whole.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quantity increases, the other increases at the same rate. y = kx.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of Proportionality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比例常数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multiplier k in y = kx. Found by dividing y by 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 the ratio 20:12.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 — divide both by HCF (4).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Share £45 in the ratio 2:7.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= 9. One part = £5. So £10 and £35.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5 books cost $30. How much do 8 books cost?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 — unit cost = $6, then 8 × $6 = $48.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y is directly proportional to x. When x=4, y=20. Find 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y/x = 20/4 = 5. So y = 5x.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Drawings &amp; Maps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