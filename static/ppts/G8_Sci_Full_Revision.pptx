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Ecology Revision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Ecosystems, food webs, energy, interdependence, human impact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2A4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Ecosystems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= living organisms + non-living environment.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Biotic (living) vs Abiotic (non-living).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= where it lives. Niche = its role.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2A4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Chains &amp; Energy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→ Primary → Secondary → Tertiary consumer.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= direction of energy flow.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rule: only 10% passes to next level.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lost as heat through respiration.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4–5 trophic levels.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2A4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Interdependence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Mutualism: both benefit.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Commensalism: one benefits, other unaffected.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Parasitism: one benefits at other's expense.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Interdependence: all organisms depend on each other.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2A4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Impact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&amp; Conservation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cascades: removing species has chain effects.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deforestation, pollution, overfishing, invasive species.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SYSTEMS — every part is connected.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 wolves = classic trophic cascade example.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Ecology Full Revision</dc:title>
  <dc:subject>PptxGenJS Presentation</dc:subject>
  <dc:creator>Mr Zocchi</dc:creator>
  <cp:lastModifiedBy>Mr Zocchi</cp:lastModifiedBy>
  <cp:revision>1</cp:revision>
  <dcterms:created xsi:type="dcterms:W3CDTF">2026-03-21T12:00:06Z</dcterms:created>
  <dcterms:modified xsi:type="dcterms:W3CDTF">2026-03-21T12:00:06Z</dcterms:modified>
</cp:coreProperties>
</file>