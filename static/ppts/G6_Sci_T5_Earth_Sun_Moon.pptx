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Earth, Sun &amp; Moon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Space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Earth-Sun-Moon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the Sun (takes 365.25 days = 1 year)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orbits Earth (takes ~28 days = 1 lunar month)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spins on its axis (takes 24 hours = 1 day)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is a star; the Moon is a natural satellite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does NOT produce its own light — it reflects sunlight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 about 1/4 of Earth's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atmosphere — no weather, no sound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is 1/6 of Earth's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see phases because of how sunlight hits the Moon as it orbits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Moon → Crescent → Quarter → Gibbous → Full Moon (and back)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Sun (1 year), Moon orbits Earth (~28 days), Earth spins (1 day)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reflects sunlight — it doesn't make its own light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phases caused by changing angle of sunlight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= star, Earth = planet, Moon = natural satellite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Earth, Sun &amp; Moon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