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letters with numbers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C8372D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formula for converting °C to °F is F = 1.8C + 32. Today in Nanjing it's 28°C. What's that in Fahrenheit?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= replacing a variable with a given number.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use this formula step by step?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it's −5°C in Nanjing during winter?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convert a temperature from Berlin too?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Substitution?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variable with a given number.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= 3, then 2x + 1 = 2(3) + 1 = 7.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BRACKETS when substituting.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BIDMAS after substituting.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2x with x=3 is 2×3=6, NOT 23.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Substituting into Formulas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 A = ½bh. If b=6, h=4 → A = 12.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s = d/t. Nanjing to Shanghai = 300 km in 1.5 hrs → s = 200 km/h.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F = 1.8(28) + 32 = 82.4°F.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working: Formula → Substitution → Answer.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Numbers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(−3)² = 9, not −9.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(−4) = −8.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5 − (−3) = 5 + 3 = 8.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around negatives.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negatives together → positive.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winter: F = 1.8(−5)+32 = 23°F.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Substitution with Powers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means x × x, NOT x × 2.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5: x² = 25.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−4: x² = 16 (positive!).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2x² means 2 × x² (square first, then ×2).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3: 2x² = 2 × 9 = 18.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BIDMAS: Powers before multiplication.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into Expressions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Corbettmaths  • 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— The Basics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4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Expressions with Negative Numbers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Antics  •  7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Substitution</dc:title>
  <dc:subject>PptxGenJS Presentation</dc:subject>
  <dc:creator>Mr Zocchi</dc:creator>
  <cp:lastModifiedBy>Mr Zocchi</cp:lastModifiedBy>
  <cp:revision>1</cp:revision>
  <dcterms:created xsi:type="dcterms:W3CDTF">2026-03-23T05:29:31Z</dcterms:created>
  <dcterms:modified xsi:type="dcterms:W3CDTF">2026-03-23T05:29:31Z</dcterms:modified>
</cp:coreProperties>
</file>