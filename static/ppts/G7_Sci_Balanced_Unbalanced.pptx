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&amp; Unbalanced Forces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forces combine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vs Unbalanced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are equal and opposite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force = 0 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stays still OR moves at constant speed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in motion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Unbalanced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are NOT equal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force ≠ 0 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accelerates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up, slows down, or changes direction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on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= support (balanced)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still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accelerating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&gt; friction (unbalanced)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Speeds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Parachutist at terminal velocity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= air resistance (balanced)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Resultant Force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resultant (net) force is the overall force after combining all forces.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direction: add them.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direction: subtract the smaller from the larger.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50 N right, 30 N left → Resultant = 20 N right.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does NOT need a force to keep moving — it needs a force to CHANGE its motion.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Balanced &amp; Unbalanced Forces</dc:title>
  <dc:subject>PptxGenJS Presentation</dc:subject>
  <dc:creator>Mr Zocchi</dc:creator>
  <cp:lastModifiedBy>Mr Zocchi</cp:lastModifiedBy>
  <cp:revision>1</cp:revision>
  <dcterms:created xsi:type="dcterms:W3CDTF">2026-03-21T12:00:06Z</dcterms:created>
  <dcterms:modified xsi:type="dcterms:W3CDTF">2026-03-21T12:00:06Z</dcterms:modified>
</cp:coreProperties>
</file>