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 Machines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Patterns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Rule → Output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Seoul subway fare is ₩1,250 base + ₩100 per km. Can you predict the fare for ANY distance?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machine turns an input into an output using a rule.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the rule, can you predict any output?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find the rule from a table of fares?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 only know the output — can you work backwards?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Function Machine?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 INPUT, applies a RULE, gives an OUTPUT.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[× 3] → [+ 2] → Output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 4: 4 → 12 → 14.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as an expression: 3n + 2.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is the relationship between input and output.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Rule from a Table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 =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 =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Rule: 3n + 2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Step-by-Step: Finding the Rule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Find COMMON DIFFERENCE between outputs.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Common difference = coefficient of 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Multiply n by coefficient. What's left?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The leftover = constant. Write the rule.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diff = 3, n=1→5. Rule: 3(1)+? = 5 → +2. Rule: 3n+2.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= ordered list following a rule.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Arithmetic: same amount added each time.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nth term formula: an + b.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formula to find ANY term.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subway: 1250 + 100n — works for any distance.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nth Term of a Sequence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6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Machines — Input, Rule, Output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Sequences and Patterns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8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Machines &amp; Patterns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