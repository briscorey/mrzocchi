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731520"/>
            <a:ext cx="2011680" cy="411480"/>
          </a:xfrm>
          <a:prstGeom prst="roundRect">
            <a:avLst>
              <a:gd name="adj" fmla="val 33333"/>
            </a:avLst>
          </a:prstGeom>
          <a:solidFill>
            <a:srgbClr val="1B2A4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73152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8 SCIENCE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Renewable &amp; Non-Renewable Energy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 2 · Physics — Energy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669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 ZOCCHI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31520" y="60350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🎯 Learning Objectives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you will be able to: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201168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12140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12140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057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Distinguish between renewable and non-renewable energy sources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31520" y="274320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400" y="285292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285292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463040" y="27889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 advantages and disadvantages of each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474720"/>
            <a:ext cx="10515600" cy="594360"/>
          </a:xfrm>
          <a:prstGeom prst="roundRect">
            <a:avLst>
              <a:gd name="adj" fmla="val 15385"/>
            </a:avLst>
          </a:prstGeom>
          <a:solidFill>
            <a:srgbClr val="F3F1EE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584448"/>
            <a:ext cx="365760" cy="36576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5844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463040" y="3520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Evaluate energy sources for different situations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Comparing Energy 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" y="141732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754880" y="14173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but cause climate change and air pollution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214884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9456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Nuclear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754880" y="21945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CO₂ but radioactive waste; very high energy output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1520" y="292608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971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297180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but only works in daytime; needs large areas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31520" y="370332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374904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754880" y="374904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but intermittent; visual impact on landscapes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4480560"/>
            <a:ext cx="10515600" cy="640080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45262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Hydroelectric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754880" y="452628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Reliable and clean but requires dams; floods habitats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Renewable vs Non-Renewable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371600"/>
            <a:ext cx="530352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Non-Renewable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Will run out eventually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Fossil fuels: coal, oil, natural gas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Nuclear fuel: uranium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1440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Formed over millions of years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Release CO₂ when burned (except nuclear)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Currently provide most of world's energy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5303520" cy="4754880"/>
          </a:xfrm>
          <a:prstGeom prst="roundRect">
            <a:avLst>
              <a:gd name="adj" fmla="val 2885"/>
            </a:avLst>
          </a:prstGeom>
          <a:solidFill>
            <a:srgbClr val="FFFFFF"/>
          </a:solidFill>
          <a:ln w="19050">
            <a:solidFill>
              <a:srgbClr val="E9C4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09360" y="1371600"/>
            <a:ext cx="5303520" cy="502920"/>
          </a:xfrm>
          <a:prstGeom prst="rect">
            <a:avLst/>
          </a:prstGeom>
          <a:solidFill>
            <a:srgbClr val="E9C46A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3716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83680" y="21031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Will NOT run out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0" y="269748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Solar, wind, hydroelectric, tidal, geothermal, biomass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583680" y="329184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Replenished naturally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583680" y="388620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Generally no CO₂ during generation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83680" y="448056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Can be unreliable (weather dependent)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0" y="5074920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Growing rapidly worldwide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📖 Key Vocabulary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  可再生的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source that won't run out (solar, wind).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16052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Non-Renewable  不可再生的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29768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source that will run out (fossil fuels).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0" y="137160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09560" y="14630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  化石燃料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909560" y="182880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Formed from ancient organisms (coal, oil, gas).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Carbon Dioxide  二氧化碳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Greenhouse gas released by burning fossil fuels.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6052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Biomass  生物质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29768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from organic matter (wood, crops, waste).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0" y="2834640"/>
            <a:ext cx="3383280" cy="128016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E5E2D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09560" y="29260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Geothermal  地热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909560" y="329184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Energy from heat within the Earth.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🧠 Check Your Understanding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Name three renewable energy sources.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097280" y="196596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98424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Solar, wind, hydroelectric, tidal, geothermal, biomass (any three).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62432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Why are fossil fuels non-renewable?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097280" y="320040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1" name="Text 9"/>
          <p:cNvSpPr/>
          <p:nvPr/>
        </p:nvSpPr>
        <p:spPr>
          <a:xfrm>
            <a:off x="1371600" y="321868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They take millions of years to form and are used much faster than they form.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84048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5876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What is the main environmental problem with fossil fuels?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097280" y="443484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5" name="Text 13"/>
          <p:cNvSpPr/>
          <p:nvPr/>
        </p:nvSpPr>
        <p:spPr>
          <a:xfrm>
            <a:off x="1371600" y="445312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They release CO₂ when burned, contributing to climate change.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5074920"/>
            <a:ext cx="1097280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5093208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Why are some renewable sources unreliable?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097280" y="5669280"/>
            <a:ext cx="10424160" cy="502920"/>
          </a:xfrm>
          <a:prstGeom prst="roundRect">
            <a:avLst>
              <a:gd name="adj" fmla="val 14545"/>
            </a:avLst>
          </a:prstGeom>
          <a:solidFill>
            <a:srgbClr val="F3F1EE"/>
          </a:solidFill>
          <a:ln/>
        </p:spPr>
      </p:sp>
      <p:sp>
        <p:nvSpPr>
          <p:cNvPr id="19" name="Text 17"/>
          <p:cNvSpPr/>
          <p:nvPr/>
        </p:nvSpPr>
        <p:spPr>
          <a:xfrm>
            <a:off x="1371600" y="5687568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6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They depend on weather — solar needs sun, wind needs wind.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8288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📌 Key Takeaways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55448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Non-renewable: fossil fuels (coal, oil, gas) and nuclear — will run out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228600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7744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371600" y="237744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Renewable: solar, wind, hydro, tidal, geothermal, biomass — won't run out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31520" y="310896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20040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371600" y="320040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Fossil fuels cause climate change through CO₂ emissions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31520" y="393192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02336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71600" y="402336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Renewables are clean but can be intermittent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31520" y="4754880"/>
            <a:ext cx="10515600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846320"/>
            <a:ext cx="365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371600" y="4846320"/>
            <a:ext cx="9601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D3A3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world is transitioning from fossil fuels to renewables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10058400" y="653796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6400800"/>
            <a:ext cx="12188952" cy="73152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4" name="Text 2"/>
          <p:cNvSpPr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Keep Practising!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0" y="30175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9C46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the Self-Quiz and Review Games on mrzocchi.com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0" y="5029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B969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mrzocchi.com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Renewable &amp; Non-Renewable Energy</dc:title>
  <dc:subject>PptxGenJS Presentation</dc:subject>
  <dc:creator>Mr Zocchi</dc:creator>
  <cp:lastModifiedBy>Mr Zocchi</cp:lastModifiedBy>
  <cp:revision>1</cp:revision>
  <dcterms:created xsi:type="dcterms:W3CDTF">2026-03-24T11:35:31Z</dcterms:created>
  <dcterms:modified xsi:type="dcterms:W3CDTF">2026-03-24T11:35:31Z</dcterms:modified>
</cp:coreProperties>
</file>