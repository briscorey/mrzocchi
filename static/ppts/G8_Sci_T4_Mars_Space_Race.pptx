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2011680" cy="411480"/>
          </a:xfrm>
          <a:prstGeom prst="roundRect">
            <a:avLst>
              <a:gd name="adj" fmla="val 3333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8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Global Space Race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4 · Interdisciplinary — Mars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 ZOCCHI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Learning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2140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current Mars missions from different countries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529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788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China's role in space exploration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8444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84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520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approaches of different space agencies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Exploring Mars?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(USA)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Perseverance rover (2021), Ingenuity helicopter, Mars sample return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CNSA (China)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21945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Tianwen-1 mission (2021), Zhurong rover on Utopia Planitia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(Europe)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9718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ExoMars programme, Rosalind Franklin rover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SpaceX (Private)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37490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Starship — aiming for crewed missions to Mars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4805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26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ISRO (India)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45262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Mangalyaan orbiter (2014) — first attempt success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China's Space Programme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Zhurong rover landed on Mars in May 2021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Part of Tianwen-1 mission (orbiter + lander + rover)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71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China's space station Tiangong is operational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7033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749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Chang'e lunar missions — first landing on Moon's far side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4805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526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Rapid advancement in satellite, rocket, and deep space technology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Key Vocabulary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Rover  探测车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 vehicle exploring a planet's surface.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052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Orbiter  轨道飞行器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Spacecraft circling a planet, taking measurements.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CNSA  中国国家航天局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National Space Administration.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 美国航空航天局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Aeronautics and Space Administration (USA).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Tiangong  天宫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China's modular space station.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Zhurong  祝融号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0956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China's Mars rover, named after the fire god.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Check Your Understanding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988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Name two countries that have landed rovers on Mars.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96596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USA (Perseverance/Curiosity) and China (Zhurong).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24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What was significant about China's Tianwen-1 mission?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2186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It included an orbiter, lander, AND rover — all in one mission.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58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What is SpaceX's goal for Mars?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43484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4531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 send crewed missions using the Starship rocket.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93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Name India's Mars mission.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566928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6875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Mangalyaan — successfully entered Mars orbit on its first attempt (2014).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countries and companies are exploring Mars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leads with Perseverance rover and sample return plans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200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China's Zhurong rover landed successfully in 2021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23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SpaceX aims for crewed Mars missions with Starship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75488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46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846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space race drives scientific and technological progress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Self-Quiz and Review Games on mrzocchi.com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Global Space Race</dc:title>
  <dc:subject>PptxGenJS Presentation</dc:subject>
  <dc:creator>Mr Zocchi</dc:creator>
  <cp:lastModifiedBy>Mr Zocchi</cp:lastModifiedBy>
  <cp:revision>1</cp:revision>
  <dcterms:created xsi:type="dcterms:W3CDTF">2026-03-24T11:35:32Z</dcterms:created>
  <dcterms:modified xsi:type="dcterms:W3CDTF">2026-03-24T11:35:32Z</dcterms:modified>
</cp:coreProperties>
</file>