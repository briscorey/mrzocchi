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Expressions, Substitution, Equations &amp; Sequences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+ variables + operations. NO equals sign.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coefficient, constant, term, like terms.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 by combining like terms: 3x + 5x = 8x.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words → algebra: 'double n plus 3' = 2n + 3.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Substitution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variables with given numbers.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brackets, then follow BIDMAS.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negatives: (−3)² = 9, not −9.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→ Substitution → Answer.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Equations Summary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ONE inverse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+ 5 = 12 → x = 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 + or − first, then × or ÷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3x + 5 = 20 → x =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Substitute answer 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3(5)+5 = 20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difference (d).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nth term rule: T = dn + c.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rule to predict any term.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backwards to find position: set T = value, solve for 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 — Full Revision</dc:title>
  <dc:subject>PptxGenJS Presentation</dc:subject>
  <dc:creator>Mr Zocchi</dc:creator>
  <cp:lastModifiedBy>Mr Zocchi</cp:lastModifiedBy>
  <cp:revision>1</cp:revision>
  <dcterms:created xsi:type="dcterms:W3CDTF">2026-03-23T07:47:18Z</dcterms:created>
  <dcterms:modified xsi:type="dcterms:W3CDTF">2026-03-23T07:47:18Z</dcterms:modified>
</cp:coreProperties>
</file>