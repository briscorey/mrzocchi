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Shape 2"/>
          <p:cNvSpPr/>
          <p:nvPr/>
        </p:nvSpPr>
        <p:spPr>
          <a:xfrm>
            <a:off x="6858000" y="-1371600"/>
            <a:ext cx="4572000" cy="4572000"/>
          </a:xfrm>
          <a:prstGeom prst="ellipse">
            <a:avLst/>
          </a:prstGeom>
          <a:solidFill>
            <a:srgbClr val="2A9D8F">
              <a:alpha val="12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9144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MATHEMATICS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1463040"/>
            <a:ext cx="68580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Factors, Multiples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&amp; Primes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building blocks of numbers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4297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051560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05156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Factor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377440" y="105156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number that divides exactly into another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54880" y="1051560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051560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2" name="Text 10"/>
          <p:cNvSpPr/>
          <p:nvPr/>
        </p:nvSpPr>
        <p:spPr>
          <a:xfrm>
            <a:off x="4937760" y="105156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Multiple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0" y="105156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of multiplying a number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1819656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31520" y="1819656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1819656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Prime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377440" y="1819656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number with exactly 2 factors (1 and itself)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54880" y="1819656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54880" y="1819656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20" name="Text 18"/>
          <p:cNvSpPr/>
          <p:nvPr/>
        </p:nvSpPr>
        <p:spPr>
          <a:xfrm>
            <a:off x="4937760" y="1819656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Composite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0" y="1819656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number with more than 2 factors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31520" y="2587752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31520" y="2587752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2587752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HCF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2377440" y="2587752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Common Factor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754880" y="2587752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754880" y="2587752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28" name="Text 26"/>
          <p:cNvSpPr/>
          <p:nvPr/>
        </p:nvSpPr>
        <p:spPr>
          <a:xfrm>
            <a:off x="4937760" y="2587752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LCM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400800" y="2587752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Common Multiple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Factors vs Multiples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1051560"/>
            <a:ext cx="384048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051560"/>
            <a:ext cx="384048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1887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Factors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1691640"/>
            <a:ext cx="338328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that divide INTO a number exactly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Factors of 12: 1, 2, 3, 4, 6, 12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start from 1 and the number itself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in pairs: 1×12, 2×6, 3×4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Factors get SMALLER — there's a fixed set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754880" y="1051560"/>
            <a:ext cx="384048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051560"/>
            <a:ext cx="3840480" cy="54864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12" name="Text 10"/>
          <p:cNvSpPr/>
          <p:nvPr/>
        </p:nvSpPr>
        <p:spPr>
          <a:xfrm>
            <a:off x="4983480" y="11887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Multiples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983480" y="1691640"/>
            <a:ext cx="338328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TIMES TABLE of a number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Multiples of 3: 3, 6, 9, 12, 15, 18...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from the number and keep adding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Multiples go on FOREVER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has infinite multiples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Prime Numbers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1051560"/>
            <a:ext cx="76809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prime number has EXACTLY 2 factors: 1 and itself.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primes: 2, 3, 5, 7, 11, 13, 17, 19, 23, 29, 31...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is the ONLY even prime number.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is NOT prime (it only has one factor).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whole number &gt; 1 is either prime or can be written as a product of primes.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206240"/>
            <a:ext cx="7680960" cy="64008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42519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Idea: </a:t>
            </a:r>
            <a:pPr indent="0" marL="0">
              <a:buNone/>
            </a:pPr>
            <a:r>
              <a:rPr lang="en-US" sz="12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are infinitely many prime numbers — they go on forever.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HCF and LCM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1051560"/>
            <a:ext cx="76809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HCF (Highest Common Factor): the LARGEST factor shared by two numbers.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HCF of 12 and 18: Factors of 12 = {1,2,3,4,6,12}, Factors of 18 = {1,2,3,6,9,18} → HCF = 6.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LCM (Lowest Common Multiple): the SMALLEST multiple shared by two numbers.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LCM of 4 and 6: Multiples of 4 = {4,8,12,16...}, Multiples of 6 = {6,12,18...} → LCM = 12.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HCF is useful for simplifying fractions. LCM is useful for adding fractions.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5156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34440" y="105156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find all factors of a number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1554480"/>
            <a:ext cx="7680960" cy="438912"/>
          </a:xfrm>
          <a:prstGeom prst="rect">
            <a:avLst/>
          </a:prstGeom>
          <a:solidFill>
            <a:srgbClr val="F8F6F3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155448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34440" y="155448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list multiples of a number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2057400"/>
            <a:ext cx="7680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205740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234440" y="205740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identify prime numbers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2560320"/>
            <a:ext cx="7680960" cy="438912"/>
          </a:xfrm>
          <a:prstGeom prst="rect">
            <a:avLst/>
          </a:prstGeom>
          <a:solidFill>
            <a:srgbClr val="F8F6F3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256032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34440" y="256032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find the HCF of two numbers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31520" y="3063240"/>
            <a:ext cx="7680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306324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234440" y="306324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find the LCM of two numbers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31520" y="3749040"/>
            <a:ext cx="7680960" cy="59436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14400" y="374904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Idea: </a:t>
            </a:r>
            <a:pPr indent="0" marL="0">
              <a:buNone/>
            </a:pPr>
            <a:r>
              <a:rPr lang="en-US" sz="12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Factors divide IN, multiples multiply OUT, primes have exactly 2 factors.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Shape 2"/>
          <p:cNvSpPr/>
          <p:nvPr/>
        </p:nvSpPr>
        <p:spPr>
          <a:xfrm>
            <a:off x="-914400" y="-914400"/>
            <a:ext cx="3657600" cy="3657600"/>
          </a:xfrm>
          <a:prstGeom prst="ellipse">
            <a:avLst/>
          </a:prstGeom>
          <a:solidFill>
            <a:srgbClr val="2A9D8F">
              <a:alpha val="1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&amp; Practise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31089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Self-Quiz, Review Games, and Practice Builder to test yourself.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Factors, Multiples &amp; Primes</dc:title>
  <dc:subject>PptxGenJS Presentation</dc:subject>
  <dc:creator>Mr Zocchi</dc:creator>
  <cp:lastModifiedBy>Mr Zocchi</cp:lastModifiedBy>
  <cp:revision>1</cp:revision>
  <dcterms:created xsi:type="dcterms:W3CDTF">2026-03-24T11:21:05Z</dcterms:created>
  <dcterms:modified xsi:type="dcterms:W3CDTF">2026-03-24T11:21:05Z</dcterms:modified>
</cp:coreProperties>
</file>