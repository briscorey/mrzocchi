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&amp; Unbalanced Forces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Physics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resultant force from multiple forces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motion when forces are balanced or unbalanced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Newton's First Law to real situations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Resultant Force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multiple forces act, we find the single overall effect.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overall force when all forces on an object are combined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Same direction: add the forces together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Opposite directions: subtract the smaller from the larger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resultant determines whether the object accelerates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If resultant = 0, forces are balanced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vs Unbalanced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(Resultant = 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Object stays still OR moves at constant speed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No acceleration or deceleration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book on a table (weight = normal force)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car at constant speed (drive = friction)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Unbalanced (Resultant ≠ 0)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Object accelerates, decelerates, or changes direction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Net force in one direction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car speeding up (drive &gt; friction)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ball falling (weight &gt; air resistance)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Finding Resultant Force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 has a 6000 N driving force forward and 2500 N friction backward. What is the resultant?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are in opposite directions, so subtract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Resultant = 6000 − 2500 = 3500 N forward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there is an unbalanced force, the car accelerates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direction of the resultant = direction of the larger force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skydiver reaches terminal velocity. Are the forces balanced or unbalanced? What is happening to their speed?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forces act on a skydiver?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does 'terminal velocity' mean?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Why do they stop accelerating?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a resultant force?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single overall force found by combining all forces on an object.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5000 N forward, 5000 N backward. Resultant?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 N — balanced forces. Object stays still or moves at constant speed.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does Newton's First Law say?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 object stays at rest or constant speed unless acted on by an unbalanced force.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8000 N drive, 3000 N friction. Resultant and effect?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5000 N forward — unbalanced, so the object accelerates.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Resultant force = overall combined force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forces: resultant = 0, no change in motion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Unbalanced forces: resultant ≠ 0, object accelerates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direction → add; opposite direction → subtract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Newton's First Law: objects resist changes in motion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Balanced &amp; Unbalanced Forces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