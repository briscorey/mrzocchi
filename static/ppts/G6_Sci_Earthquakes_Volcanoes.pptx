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Earthquakes &amp; Volcanoes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Science · Earth Science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Earthquakes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Caused by sudden release of energy when plates move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travels as seismic waves through the Earth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Epicentre: point on the surface directly above the earthquake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the point underground where the earthquake starts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the Richter scale (1–10)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happen at plate boundaries, especially transform and convergent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Volcanoes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Openings in the crust where magma escapes to the surface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at convergent boundaries (subduction) and divergent boundaries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Magma becomes lava when it reaches the surface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 of Fire: 75% of world's volcanoes circle the Pacific Ocean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Shield volcanoes: gentle slopes, runny lava, less explosive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volcanoes: steep sides, thick lava, very explosive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Earthquakes: sudden energy release at plate boundaries → seismic waves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Volcanoes: magma escaping through crust at convergent/divergent boundaries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earthquakes + volcanoes occur along the Ring of Fire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these events is difficult — we can only prepare, not prevent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Earthquakes &amp; Volcanoes</dc:title>
  <dc:subject>PptxGenJS Presentation</dc:subject>
  <dc:creator>Mr Zocchi</dc:creator>
  <cp:lastModifiedBy>Mr Zocchi</cp:lastModifiedBy>
  <cp:revision>1</cp:revision>
  <dcterms:created xsi:type="dcterms:W3CDTF">2026-03-23T03:58:41Z</dcterms:created>
  <dcterms:modified xsi:type="dcterms:W3CDTF">2026-03-23T03:58:41Z</dcterms:modified>
</cp:coreProperties>
</file>