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Rounding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numbers simpler to work with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 number with a simpler nearby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calculation using rounded numbers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 fig.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digits in a number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Nearest 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to the closest multiple of 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next value (digit is 5+)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down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at the current value (digit is 0–4)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Round — The 5 Rule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the PLACE VALUE you are rounding 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the digit ONE PLACE to the RIGHT.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it is 0, 1, 2, 3, or 4 → ROUND DOWN (keep the digit the same).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it is 5, 6, 7, 8, or 9 → ROUND UP (increase the digit by 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Replace all digits to the right with zeros.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3,847 rounded to nearest 100 → look at the 4 (tens) → 4 &lt; 5 → round down → 3,800.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or above? Give it a shove! 4 or below? Let it go!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Estimate?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Estimate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if your answer is reasonable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mental calculations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 values aren't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Shopping: 'About how much will this cost?'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Estimate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each number first, then calculate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48 × 21 ≈ 50 × 20 = 1,000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answer is 1,008 — close!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catches big mistakes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Rounding Decimals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to 1 decimal place (1 d.p.): look at the 2nd decimal digit.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3.847 to 1 d.p. → look at 4 → 4 &lt; 5 → round down → 3.8.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6.251 to 1 d.p. → look at 5 → 5 ≥ 5 → round up → 6.3.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to the nearest whole number: look at the first decimal digit.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7.6 → 6 ≥ 5 → round up → 8.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round numbers to the nearest 10, 100, and 1000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round decimal numbers to 1 and 2 decimal places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'5 or above' rule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estimation to check my answers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why rounding is useful in real life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makes big numbers easier to work with and helps you check answers.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&amp; Estimation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