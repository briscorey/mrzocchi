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6 MATHEMATICS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Capacity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liquid a container can hold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42062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 · NIS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3200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Is Capacity?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188720"/>
            <a:ext cx="78638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Capacity = the amount of liquid a container can hold.</a:t>
            </a:r>
            <a:endParaRPr lang="en-US" sz="15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Closely related to volume — the key is the conversion.</a:t>
            </a:r>
            <a:endParaRPr lang="en-US" sz="15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Capacity is measured in millilitres (mL) and litres (L).</a:t>
            </a:r>
            <a:endParaRPr lang="en-US" sz="15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can find volume in cm³, you can find capacity in mL.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32004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Conversions</a:t>
            </a:r>
            <a:endParaRPr lang="en-US" sz="26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051560"/>
          <a:ext cx="7863840" cy="914400"/>
        </p:xfrm>
        <a:graphic>
          <a:graphicData uri="http://schemas.openxmlformats.org/drawingml/2006/table">
            <a:tbl>
              <a:tblPr/>
              <a:tblGrid>
                <a:gridCol w="2621280"/>
                <a:gridCol w="2621280"/>
                <a:gridCol w="262128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Conversion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cm³ to mL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cm³ = 1 mL (exact)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 cm³ = 500 mL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m³ to 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m³ = 1,000 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 m³ = 500 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 to mL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L = 1,000 mL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 L = 2,500 mL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6576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Golden Rule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26212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cm³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640080" y="2743200"/>
            <a:ext cx="2621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equals exactly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261360" y="1371600"/>
            <a:ext cx="26212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=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3261360" y="2743200"/>
            <a:ext cx="2621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882640" y="1371600"/>
            <a:ext cx="26212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mL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5882640" y="2743200"/>
            <a:ext cx="2621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3200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Worked Example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188720"/>
            <a:ext cx="78638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fish tank: 60 cm long, 30 cm wide, 40 cm high.</a:t>
            </a:r>
            <a:endParaRPr lang="en-US" sz="15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= l × w × h = 60 × 30 × 40 = 72,000 cm³</a:t>
            </a:r>
            <a:endParaRPr lang="en-US" sz="15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72,000 cm³ = 72,000 mL</a:t>
            </a:r>
            <a:endParaRPr lang="en-US" sz="15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72,000 mL ÷ 1,000 = 72 L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Review &amp; Practise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731520" y="246888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learnlattice.org/students/exam-revision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32004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Capacity</dc:title>
  <dc:subject>PptxGenJS Presentation</dc:subject>
  <dc:creator>Mr Zocchi</dc:creator>
  <cp:lastModifiedBy>Mr Zocchi</cp:lastModifiedBy>
  <cp:revision>1</cp:revision>
  <dcterms:created xsi:type="dcterms:W3CDTF">2026-03-21T11:58:07Z</dcterms:created>
  <dcterms:modified xsi:type="dcterms:W3CDTF">2026-03-21T11:58:07Z</dcterms:modified>
</cp:coreProperties>
</file>