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&amp; Night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experience light and darkness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spins on its axis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side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half facing the Sun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Night side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half facing away from Sun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zone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with the same local time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Dawn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Sun appears above the horizon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Dusk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Sun disappears below the horizon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Causes Day and Night?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ROTATES (spins) on its axis once every 24 hours.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facing the Sun has DAYTIME — it receives light.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facing away from the Sun has NIGHT — it is in shadow.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Earth rotates, different places move into and out of sunlight.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does NOT move around the Earth — Earth's rotation creates the illusion.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Earth stopped spinning, one side would have permanent day and the other permanent night.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&amp; Sunset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Really Happens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rotates from west to east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your location rotates towards the Sun → sunrise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your location rotates away → sunset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move across the sky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Length Changes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Summer: longer days, shorter nights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Winter: shorter days, longer nights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Equinox: 12 hours day, 12 hours night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poles: 24h daylight or darkness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Zones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places on Earth face the Sun at different times.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noon in Nanjing, it's midnight in New York.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is divided into 24 time zones (one for each hour).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east → time is later. Moving west → time is earlier.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uses ONE time zone for the whole country (Beijing time, UTC+8).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Earth's rotation causes day and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why the Sun appears to move across the sky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why day length changes with seasons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why different countries have different times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that Earth rotates from west to east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and night are caused by Earth's ROTATION, not the Sun moving.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&amp; Night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