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Sequences &amp; Patterns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write algebraic expressions, substitute values, solve one-step and two-step equations, and explore number patterns.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Identities and Relationships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"Logic helps us generalise relationships and solve problems using algebraic representations."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 that represents an unknown number. e.g. x, n, 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代数式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 of numbers, variables, and operations. e.g. 3x + 5. No equals sign.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statement with an equals sign. e.g. 2x + 3 = 11.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Coefficient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in front of a variable. In 5x, the coefficient is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on its own (not multiplied by a variable). In 3x + 7, the constant is 7.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variable with a number to evaluate an expression. If x=3, then 2x+1 = 7.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does 4n mean?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n — a number next to a letter means multiply.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Write an expression for: five more than a number x.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If x = 6, what is 3x − 4?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substitute: 3(6) − 4 = 18 − 4 = 14.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Simplify: 7a + 2a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 — add the coefficients of like terms.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Sequences &amp; Patterns</dc:title>
  <dc:subject>PptxGenJS Presentation</dc:subject>
  <dc:creator>Mr Zocchi — mrzocchi.com</dc:creator>
  <cp:lastModifiedBy>Mr Zocchi — mrzocchi.com</cp:lastModifiedBy>
  <cp:revision>1</cp:revision>
  <dcterms:created xsi:type="dcterms:W3CDTF">2026-03-22T06:54:46Z</dcterms:created>
  <dcterms:modified xsi:type="dcterms:W3CDTF">2026-03-22T06:54:46Z</dcterms:modified>
</cp:coreProperties>
</file>