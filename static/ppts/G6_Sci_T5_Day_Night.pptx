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&amp; Night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5 · Space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Have Day and Night?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and night are caused by Earth's rotation on its axis. Earth takes 24 hours to complete one full rotation. The side facing the Sun has daytime; the side facing away has night. As Earth rotates, different places move into and out of sunlight.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Earth's Rotation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rotates from west to east (anticlockwise when viewed from above the North Pole)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Sun appears to rise in the east and set in the west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rotation = 24 hours = one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equator, the surface moves at ~1,670 km/h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feel this movement because everything moves with 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is divided into 24 time zones (one per hour of rotation)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noon in one place, it's midnight on the opposite side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east of you are ahead in time; west are behind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uses one time zone despite being very wide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Date Line (180° longitude) is where the date changes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Sunrise, Sunset, and Shadows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Earth rotates, the Sun appears to move across the sky from east to west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is highest at noon (shortest shadows)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are longest at sunrise and sunset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summer, the Sun rises earlier, sets later → longer days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winter, the Sun rises later, sets earlier → shorter days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Sundials use shadow direction and length to tell the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and night caused by Earth's rotation (24 hours per rotation)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rotates west to east → Sun appears to rise in east, set in west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time zones around the world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highest at noon (shortest shadows)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length changes throughout the day and across seasons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&amp; Night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