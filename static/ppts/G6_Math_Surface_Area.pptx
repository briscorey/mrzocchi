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Surface Area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Geometry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Surface Area?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area of ALL faces of a 3D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unfolding the shape into a flat net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area of each face, then add them all together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SA = 2(lw + lh + wh) — 6 faces in 3 pairs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Cube: SA = 6 × side² — all 6 faces are identical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cm², m² (always squared units, like area)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total area of all faces of a 3D shape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or imagine the net to identify all faces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SA = 2(lw + lh + wh) | Cube: SA = 6s²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squared units (cm², m²)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Surface Area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