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MATHEMATICS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Algebraic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letters to represent numbers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C8372D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Nanjing metro ticket costs ¥2 base + ¥1 per station. If you travel n stations, what's the total cost?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 lets us write rules that work for ANY number.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write a rule using the letter n?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base price changes to ¥3?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different from just writing one number?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Expression?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numbers, letters (variables), and operations.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have an equals sign.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3x + 5, 2a − 7, 4n².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represents a number we don't know yet.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= no equals sign. Equation = has an equals sign.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577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letter representing an unknown (x, n, a).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in front of variable. In 3x, it's 3.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on its own. In 3x+5, it's 5.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part separated by + or −.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terms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variable and power (3x and 5x).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Simplifying Expressions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LIKE TERMS — same variable, same power.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+ 5x = 8x.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+ 2y — cannot simplify (different variables).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 + 3 + 2a − 1 = 6a + 2.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apples + 5 apples = 8 apples. You can't add apples and bananas.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Words → Algebra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'5 more than a number' → n + 5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'3 times a number' → 3n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number decreased by 7' → x − 7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'Double a number then add 4' → 2n + 4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 metro cost: 2 + n → cost = n + 2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Expressions — Simplifying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Corbettmaths  •  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Algebraic Expressions?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Antics  •  9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Terms and Simplifying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4 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Algebraic Expressions</dc:title>
  <dc:subject>PptxGenJS Presentation</dc:subject>
  <dc:creator>Mr Zocchi</dc:creator>
  <cp:lastModifiedBy>Mr Zocchi</cp:lastModifiedBy>
  <cp:revision>1</cp:revision>
  <dcterms:created xsi:type="dcterms:W3CDTF">2026-03-23T05:29:31Z</dcterms:created>
  <dcterms:modified xsi:type="dcterms:W3CDTF">2026-03-23T05:29:31Z</dcterms:modified>
</cp:coreProperties>
</file>