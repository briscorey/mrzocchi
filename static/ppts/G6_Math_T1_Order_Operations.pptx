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 of Operations (BIDMAS)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Number Sense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BIDMAS / BODMAS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BIDMAS tells us the ORDER to do operations in a calculation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Brackets first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Indices (powers like 2², 3³)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Division (left to right with multiplication)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Multiplication (left to right with division)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Addition (left to right with subtraction)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Subtraction (left to right with addition)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+ 4 × 2 = 3 + 8 = 11 (NOT 14 — multiplication before addition)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+ 4) × 2 = 7 × 2 = 14 (brackets change the order!)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+ 3² = 2 + 9 = 11 (indices before addition)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÷ 3 + 2 × 4 = 4 + 8 = 12 (division and multiplication first, left to right)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work through step by step — show your working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BIDMAS: Brackets, Indices, Division, Multiplication, Addition, Subtraction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 and division are done LEFT to RIGHT (same priority)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 and subtraction are done LEFT to RIGHT (same priority)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always come first — they override everything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Order of Operations (BIDMAS)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