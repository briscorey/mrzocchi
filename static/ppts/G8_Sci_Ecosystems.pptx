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8 SCIENCE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an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Ecosystem?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and non-living things working together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206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11D35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0" y="18288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0" b="1" dirty="0">
                <a:solidFill>
                  <a:srgbClr val="E9C46A">
                    <a:alpha val="8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?</a:t>
            </a:r>
            <a:endParaRPr lang="en-US" sz="16000" dirty="0"/>
          </a:p>
        </p:txBody>
      </p:sp>
      <p:sp>
        <p:nvSpPr>
          <p:cNvPr id="4" name="Text 2"/>
          <p:cNvSpPr/>
          <p:nvPr/>
        </p:nvSpPr>
        <p:spPr>
          <a:xfrm>
            <a:off x="731520" y="548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INQUIRY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Xuanwu Lake (玄武湖) is in the middle of Nanjing. What makes it an ecosystem, not just a lake?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ecosystem includes BOTH living things AND their non-living environment.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315200" cy="1645920"/>
          </a:xfrm>
          <a:prstGeom prst="rect">
            <a:avLst/>
          </a:prstGeom>
          <a:solidFill>
            <a:srgbClr val="24366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— Pair — Share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3566160"/>
            <a:ext cx="6949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living things would you find in Xuanwu Lake?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non-living factors affect the organisms there?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E5E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the living and non-living parts interact?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 Basics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= living organisms AND non-living factors interacting.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any size — a pond, a forest, the entire ocean.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= biotic. Non-living = abiotic.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Yangtze River (长江) near Nanjing is a huge freshwater ecosystem.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4114800"/>
            <a:ext cx="7863840" cy="731520"/>
          </a:xfrm>
          <a:prstGeom prst="rect">
            <a:avLst/>
          </a:prstGeom>
          <a:solidFill>
            <a:srgbClr val="E8F5F3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4114800"/>
            <a:ext cx="64008" cy="7315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7406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school garden at NIS is a small ecosystem.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05840"/>
          <a:ext cx="78638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55778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C46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Ecosystem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of living things + their environment.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factors (plants, animals, fungi, bacteria).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Abiotic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Non-living factors (temperature, water, light, soil).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Habitat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place where an organism lives.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of ONE species in an area.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3A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populations of DIFFERENT species in an area.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2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Biotic vs. Abiotic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Biotic in Xuanwu Lake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Fish, lotus plants (荷花), algae.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birds, insects, bacteria.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for food and light.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Predator-prey relationships.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54880" y="1005840"/>
            <a:ext cx="393192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05840"/>
            <a:ext cx="3931920" cy="64008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88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Abiotic in Xuanwu Lake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temperature (changes with seasons).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Dissolved oxygen levels.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Sunlight penetration.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 and nutrient levels.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Levels of Organisation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78638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→ Population → Community → Ecosystem → Biome → Biosphere.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Xuanwu Lake: one fish (individual) → all carp (population) → all species (community) → lake + abiotic factors (ecosystem).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Korean DMZ: 50 years without human activity → thriving ecosystem.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Forest (Schwarzwald), Germany — a temperate forest biome.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95528"/>
            <a:ext cx="9144000" cy="27432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1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Videos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these on YouTube to learn more.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88720" y="130759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Ecosystems — Biotic and Abiotic Factors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169164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FuseSchool  •  4 min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42316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514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88720" y="249631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Ecosystem?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288036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Crash Course Kids  •  4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82296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611880"/>
            <a:ext cx="64008" cy="10515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685032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Organisation in an Ecosystem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88720" y="4069080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Cognito  •  5 min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 &amp; Practise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Is an Ecosystem?</dc:title>
  <dc:subject>PptxGenJS Presentation</dc:subject>
  <dc:creator>Mr Zocchi</dc:creator>
  <cp:lastModifiedBy>Mr Zocchi</cp:lastModifiedBy>
  <cp:revision>1</cp:revision>
  <dcterms:created xsi:type="dcterms:W3CDTF">2026-03-23T05:29:31Z</dcterms:created>
  <dcterms:modified xsi:type="dcterms:W3CDTF">2026-03-23T05:29:31Z</dcterms:modified>
</cp:coreProperties>
</file>