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States of Matter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Solids, liquids, and gases — and how they behave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Solid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shape and volume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Liquid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volume, takes container shape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fixed shape or volume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Density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mass per unit volume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into a smaller space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Diffusion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spreading from high to low concentration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Comparing the Three States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Takes container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Fills container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Expands to fill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Compressible?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easily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Particle spacing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close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 apart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6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Density &amp; the Three States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= mass ÷ volume. Unit: g/cm³ or kg/m³.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 are usually the MOST dense — particles packed tightly.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Liquids are slightly less dense — particles can move past each other.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Gases are the LEAST dense — particles spread far apart.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EXCEPTION: Ice floats on water because ice is LESS dense than liquid water.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Ice floating is why fish survive in frozen lakes — the water below stays liquid.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Diffusion — Particles Spreading Out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is the movement of particles from HIGH to LOW concentration.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happens because particles move RANDOMLY.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smell of perfume spreading across a room, tea bag colouring water.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is FASTER in gases than liquids (particles move faster).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is FASTER at higher temperatures (more energy).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happens WITHOUT stirring — it is driven by random particle movement.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 Pressure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Gas Pressure?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particles hit the walls of their container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hit exerts a tiny force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of hits per second = pressure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Pascals (Pa)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Affects Gas Pressure?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particles = more hits = higher pressure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temperature = faster particles = higher pressure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volume = more frequent hits = higher pressure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explains why tyres can burst in hot weather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describe properties of solids, liquids, and gases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understand density and how it relates to states of matter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diffusion using the particle model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gas pressure using particle theory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why ice is unusual compared to most solids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states of matter helps explain everything from cooking to weather.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States of Matter</dc:title>
  <dc:subject>PptxGenJS Presentation</dc:subject>
  <dc:creator>Mr Zocchi</dc:creator>
  <cp:lastModifiedBy>Mr Zocchi</cp:lastModifiedBy>
  <cp:revision>1</cp:revision>
  <dcterms:created xsi:type="dcterms:W3CDTF">2026-03-24T11:14:12Z</dcterms:created>
  <dcterms:modified xsi:type="dcterms:W3CDTF">2026-03-24T11:14:12Z</dcterms:modified>
</cp:coreProperties>
</file>