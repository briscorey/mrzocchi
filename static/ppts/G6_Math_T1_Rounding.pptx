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Rounding &amp; Estimation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building fluency with whole numbers, negative numbers, and the order of operations — the foundation for all future mathematics.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in which we represent numbers determines how we understand and work with them."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位值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of a digit based on its position in a number. e.g. the 5 in 3,500 represents 500.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whole number — positive, negative, or zero. e.g. −3, 0,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BIDMAS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运算顺序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Brackets, Indices, Division, Multiplication, Addition, Subtraction — the order of operations.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Index / Power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指数/幂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written above and to the right showing how many times to multiply. e.g. 2³ = 2×2×2 = 8.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Estimate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approximate answer found by rounding numbers before calculating.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that divides exactly into another number. e.g. factors of 12 are 1, 2, 3, 4, 6, 12.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value of the 4 in 45,209?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— the 4 is in the ten-thousands place.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Round 3,847 to the nearest hundred.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3,800 — the tens digit is 4 (less than 5), so round down.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6 + 2 × 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— multiplication before addition: 2 × 5 = 10, then 6 + 10 = 16.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(8 − 3)² + 1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— brackets first: 5, then index: 25, then add 1 = 26.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Rounding &amp; Estimation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