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Geometry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Surface Area?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is the total area of ALL the faces of a 3D shape. Imagine unfolding the shape into a flat pattern (net) — the surface area is the total area of that net. It tells you how much material is needed to wrap or cover the shape.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 of Prisms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faces (3 pairs). SA = 2lw + 2lh + 2wh. Example: 4×3×2 cm → SA = 2(12) + 2(8) + 2(6) = 52 cm².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identical square faces. SA = 6 × s². Example: s = 5cm → SA = 6 × 25 = 150 cm².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Prism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triangular ends + 3 rectangular faces. SA = 2 × triangle area + perimeter of triangle × length.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Nets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 is a 3D shape unfolded flat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net to visualise all faces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face with its dimensions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area of each face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face areas together for total surface area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mistake: forgetting a face! Count faces carefully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total area of all faces of a 3D shape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SA = 2lw + 2lh + 2wh (3 pairs of faces)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Cube: SA = 6s² (6 identical faces)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NET to see all faces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faces carefully — don't miss any!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Surface Area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