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 Factorisation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developing fluency with integer operations, powers and roots, prime factorisation, HCF/LCM, and standard form for very large and small numbers.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in which we represent numbers determines how efficiently we can work with them."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positive or negative whole number, or zero.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/ Index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幂/指数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number showing repeated multiplication. In 5³, the power is 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being multiplied. In 5³, the base is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gives the original. √49 = 7.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Cube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3 times gives the original. ∛8 = 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Law — Multiply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指数乘法法则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base: ADD the indices. aᵐ × aⁿ = aᵐ⁺ⁿ.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(−8) × (−4)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negative × negative = positive.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(−15) ÷ 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— negative ÷ positive = negative.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2⁵?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that's 2×2×2×2×2.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√196?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because 14 × 14 = 196.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Factorisation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