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Number Sense — Full Revision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G6 Maths · Term 1 Review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 · mrzocchi.com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Place Value &amp; Rounding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digit's value depends on position (×10 going left, ÷10 going right)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Rounding: 5+ rounds up, less than 5 rounds down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Estimation: round first, then calculate for a quick check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numbers from highest place value down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BIDMAS &amp; Negative Numbers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BIDMAS: Brackets → Indices → Division/Multiplication → Addition/Subtraction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and M: same priority, work left to right; same for A and 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Negatives: closer to zero = larger (-2 &gt; -5)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signs multiply positive; different signs multiply negative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Factors, Multiples &amp; Primes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Factors: divide exactly into a number (come in pairs)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Multiples: times table of a number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HCF: highest shared factor; LCM: lowest shared multiple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Primes have exactly 2 factors (1 and itself); 1 is NOT prime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4800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9690"/>
                </a:solidFill>
              </a:rPr>
              <a:t>mrzocchi.com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value + rounding → estimation for checking answers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BIDMAS order prevents calculation errors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number rules for all four operations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Factors, multiples, HCF, LCM, and primes are building blocks for fractions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660"/>
                </a:solidFill>
              </a:rPr>
              <a:t>mrzocchi.com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Sense — Full Revision</dc:title>
  <dc:subject>PptxGenJS Presentation</dc:subject>
  <dc:creator>Mr Zocchi</dc:creator>
  <cp:lastModifiedBy>Mr Zocchi</cp:lastModifiedBy>
  <cp:revision>1</cp:revision>
  <dcterms:created xsi:type="dcterms:W3CDTF">2026-03-23T03:58:41Z</dcterms:created>
  <dcterms:modified xsi:type="dcterms:W3CDTF">2026-03-23T03:58:41Z</dcterms:modified>
</cp:coreProperties>
</file>