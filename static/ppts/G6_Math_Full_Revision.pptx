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Geometry — Full Revision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6 Mathematics · Mr Zocchi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2A9D8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4747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3 · Geometry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2D Measurement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256032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25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around a shape. Rectangle: P=2(l+w). Square: P=4s. Add all sides for irregular shapes.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188720"/>
            <a:ext cx="256032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325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29000" y="17373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inside a 2D shape. Rectangle: A=l×w. Triangle: A=½bh. Parallelogram: A=bh. Square units.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18872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188720"/>
            <a:ext cx="256032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1325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Shapes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17373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rectangles/triangles. Calculate each. Add together (or subtract for cut-outs).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47091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3D Measurement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256032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25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Area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area of all faces. Cuboid: SA=2lw+2lh+2wh. Cube: SA=6s². Draw net to see all faces.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188720"/>
            <a:ext cx="256032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325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29000" y="17373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space inside. Cuboid: V=lwh. Prism: V=cross-section × length. Cubic units.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18872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188720"/>
            <a:ext cx="256032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1325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17373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a container holds. 1cm³=1mL. 1000cm³=1L. 1m³=1000L. Convert before calculating.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Perimeter = around (units). Area = inside 2D (square units). Volume = inside 3D (cubic units)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Rectangle: P=2(l+w), A=l×w. Triangle: A=½bh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Cuboid: SA=2lw+2lh+2wh, V=l×w×h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cm³ = 1 mL. 1000 mL = 1 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shapes: split, calculate parts, combine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Geometry — Full Revision</dc:title>
  <dc:subject>PptxGenJS Presentation</dc:subject>
  <dc:creator>Mr Zocchi</dc:creator>
  <cp:lastModifiedBy>Mr Zocchi</cp:lastModifiedBy>
  <cp:revision>1</cp:revision>
  <dcterms:created xsi:type="dcterms:W3CDTF">2026-03-23T04:01:17Z</dcterms:created>
  <dcterms:modified xsi:type="dcterms:W3CDTF">2026-03-23T04:01:17Z</dcterms:modified>
</cp:coreProperties>
</file>