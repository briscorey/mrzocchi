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Ecology — Full Revision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3 · Biology — Ecology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ecology concepts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knowledge to exam-style scenarios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concept: all parts of an ecosystem are interconnected.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Ecosystems — biotic/abiotic factors, populations, communities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Food Webs — producers, consumers, energy flow (10% rule)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Population Dynamics — predator-prey cycles, carrying capacity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Human Impact — deforestation, pollution, climate change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Conservation — protected areas, breeding programmes, seed banks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Distinguish between a population and a community.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Population = one species in an area. Community = all species in an area.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Why is only 10% of energy passed to the next trophic level?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Energy lost as heat (respiration), waste, and uneaten parts.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Describe the predator-prey cycle.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More prey → more predators → fewer prey → fewer predators → repeat.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Name two conservation strategies.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Protected areas, captive breeding, seed banks, fishing quotas (any two).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= community (living) + habitat (non-living)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flows through trophic levels with ~90% lost at each step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Populations are regulated by birth/death rates and limiting factors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impact ecosystems through pollution, deforestation, overfishing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Conservation strategies aim to protect biodiversity for the future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📚 Ecology — Full Revision</dc:title>
  <dc:subject>PptxGenJS Presentation</dc:subject>
  <dc:creator>Mr Zocchi</dc:creator>
  <cp:lastModifiedBy>Mr Zocchi</cp:lastModifiedBy>
  <cp:revision>1</cp:revision>
  <dcterms:created xsi:type="dcterms:W3CDTF">2026-03-24T11:35:32Z</dcterms:created>
  <dcterms:modified xsi:type="dcterms:W3CDTF">2026-03-24T11:35:32Z</dcterms:modified>
</cp:coreProperties>
</file>