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 &amp; Decimals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Term 2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 Basics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Numerator/Denominator — proper, improper, mixed numbers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fractions: multiply/divide both parts by same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by dividing by HCF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mixed ↔ improper confidently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 with Fractions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Add/Subtract: need common denominator (find LCM)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top×top, bottom×bottom — no common denominator needed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KFC (Keep, Flip, Change) then multiply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answer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FDP Conversions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→ Decimal: divide numerator by denominator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→ Percentage: ×100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→ Fraction: put over 100, simplify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equivalents: 1/2=0.5=50%, 1/4=0.25=25%, 1/5=0.2=20%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Fractions, decimals, and percentages are interchangeable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four operations with fractions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and check with estimation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 conversions: divide, ×100, over 100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Fractions &amp; Decimals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