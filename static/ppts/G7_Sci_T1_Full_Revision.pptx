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Forensic Science — Full Revision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1 · Forensic Science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key concepts from the Forensic Science unit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forensic methods to the evidence they analyse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knowledge to exam-style questions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Overview: Forensic Science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know for the test.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Crime Scene Investigation — securing scenes, collecting 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Fingerprint Analysis — loops, whorls, arches, Rf values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Chromatography — separating inks and dyes, Rf calculations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Fibres &amp; Materials — natural vs synthetic, microscopy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Blood Splatter Analysis — patterns, height, angle, direction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Principles to Remember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Locard's Principle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contact leaves a trace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who handled evidence and when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avoided — wear gloves, seal bags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Value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of substance ÷ distance of solvent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 Uniqueness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two people share the same prints — not even twins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Techniques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Dusting powder, ninhydrin, compare patterns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Chromatography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dissolved substances by solubility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Fibre Analysis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Microscope — check colour, thickness, cross-section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Splatter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Height, angle, direction from pattern shapes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Explain Locard's Exchange Principle with an example.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Every contact leaves a trace — e.g., fibres from clothing transfer to surfaces.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Calculate Rf: substance moves 5.6 cm, solvent moves 8.0 cm.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Rf = 5.6 ÷ 8.0 = 0.70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Why use pencil (not pen) for the baseline in chromatography?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Pen ink would dissolve and separate with the solvent, affecting results.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Describe how drop height affects blood splatter.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Higher drops create larger, more irregular splatters with more satellite drops.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Locard's Principle: every contact leaves a trace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Fingerprints: three patterns (loop, whorl, arch) — unique to everyone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Chromatography separates substances; Rf = substance distance ÷ solvent distance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Fibres analysed by microscope; natural vs synthetic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splatter reveals height, angle, and direction of impact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📚 Forensic Science — Full Revision</dc:title>
  <dc:subject>PptxGenJS Presentation</dc:subject>
  <dc:creator>Mr Zocchi</dc:creator>
  <cp:lastModifiedBy>Mr Zocchi</cp:lastModifiedBy>
  <cp:revision>1</cp:revision>
  <dcterms:created xsi:type="dcterms:W3CDTF">2026-03-24T11:30:53Z</dcterms:created>
  <dcterms:modified xsi:type="dcterms:W3CDTF">2026-03-24T11:30:53Z</dcterms:modified>
</cp:coreProperties>
</file>