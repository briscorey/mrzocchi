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Conservation of Energy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about energy stores and transfers, the conservation of energy, efficiency, and the importance of renewable energy for a sustainable future.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Change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Globalisation and Sustainability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"Understanding how energy changes form helps us make sustainable choices about resources."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Kinetic Energy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of a moving object. Faster or heavier = more KE.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Gravitational Potential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重力势能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due to height. GPE = m × g × 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Thermal Energy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in hot objects. Related to particle movement.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Chemical Energy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in bonds. Released in reactions (food, fuel, batteries).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Potential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弹性势能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in stretched or compressed objects (springs, rubber bands).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Conservation of Energy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能量守恒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cannot be created or destroyed — only transferred between stores.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four energy stores.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Kinetic, gravitational potential, thermal, chemical, elastic potential, magnetic, electrostatic, nuclear.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State the law of conservation of energy.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cannot be created or destroyed — only transferred from one store to another.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 ball is thrown upwards. Describe the energy transfers.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→ GPE (going up). At the top: all GPE. GPE → KE (coming down). Some energy → thermal (air resistance).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Calculate GPE: mass 4 kg, height 5 m, g = 10 N/kg.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GPE = mgh = 4 × 10 × 5 = 200 J.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Conservation of Energy</dc:title>
  <dc:subject>PptxGenJS Presentation</dc:subject>
  <dc:creator>Mr Zocchi — mrzocchi.com</dc:creator>
  <cp:lastModifiedBy>Mr Zocchi — mrzocchi.com</cp:lastModifiedBy>
  <cp:revision>1</cp:revision>
  <dcterms:created xsi:type="dcterms:W3CDTF">2026-03-22T06:54:48Z</dcterms:created>
  <dcterms:modified xsi:type="dcterms:W3CDTF">2026-03-22T06:54:48Z</dcterms:modified>
</cp:coreProperties>
</file>