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Safety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stay safe in the science laboratory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Hazard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cause harm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of harm happening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that protects your body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Hazard symbol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sign on chemicals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aid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given before doctor arrives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Emergency exit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out in an emergency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Rules Everyone Must Follow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eat, drink, or chew gum in the lab.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wear safety goggles when heating or using chemicals.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back long hair and tuck in loose clothing.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— never run — in the laboratory.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any spills, breakages, or injuries immediately.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your teacher's instructions at all times.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is everyone's responsibility — one mistake can put the whole class at risk.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Lab Equipment &amp; Safety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4688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Bunsen burner — blue flame is hottest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Tripod and gauze for stability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leave flames unattended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hot equipment cool before touching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51560"/>
            <a:ext cx="24688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cylinder for liquids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at the meniscus (bottom of curve)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for mass (grams)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Ruler for length (cm or mm)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2468880" cy="54864"/>
          </a:xfrm>
          <a:prstGeom prst="rect">
            <a:avLst/>
          </a:prstGeom>
          <a:solidFill>
            <a:srgbClr val="9B9690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Goggles protect eyes from splashes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 for handling chemicals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coat to protect clothing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shoes — no sandals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Hazard vs Risk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Hazard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COULD cause harm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glass beaker is a hazard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acid is a hazard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hazard exists whether you use it or not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that harm will happen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depends on how careful you are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goggles reduces the risk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instructions reduces risk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Hazard Symbols You Must Know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Flammable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 fire easily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Ethanol, methanol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 skin or eyes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acids, bleach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cause death if swallowed/inhaled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Chlorine gas, mercury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make skin red or sore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Dilute acids, detergent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Oxidising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other things burn more fiercely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Hydrogen peroxide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Do In An Emergency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in eyes — wash with water for at least 20 minutes.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Burns — run cool water over the burn for 10 minutes.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Spill on skin — wash immediately with plenty of water.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— do NOT use water on chemical fires. Tell your teacher.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glass — do NOT pick it up with your hands. Use a dustpan.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thing to do in ANY emergency is TELL YOUR TEACHER.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name 3 lab safety rules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the difference between a hazard and a risk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identify common hazard symbols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what PPE to wear for different activities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what to do in a lab emergency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scientists are safe scientists. Safety comes before experiments.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Safety</dc:title>
  <dc:subject>PptxGenJS Presentation</dc:subject>
  <dc:creator>Mr Zocchi</dc:creator>
  <cp:lastModifiedBy>Mr Zocchi</cp:lastModifiedBy>
  <cp:revision>1</cp:revision>
  <dcterms:created xsi:type="dcterms:W3CDTF">2026-03-24T11:14:11Z</dcterms:created>
  <dcterms:modified xsi:type="dcterms:W3CDTF">2026-03-24T11:14:11Z</dcterms:modified>
</cp:coreProperties>
</file>