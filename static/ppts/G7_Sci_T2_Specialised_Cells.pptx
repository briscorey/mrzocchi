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389120"/>
            <a:ext cx="9144000" cy="54864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365760"/>
            <a:ext cx="1097280" cy="365760"/>
          </a:xfrm>
          <a:prstGeom prst="roundRect">
            <a:avLst>
              <a:gd name="adj" fmla="val 25000"/>
            </a:avLst>
          </a:prstGeom>
          <a:solidFill>
            <a:srgbClr val="C8372D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6576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ZOCCHI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Specialised Cells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57200" y="38404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mrzocchi.com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We're Learning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1828800" cy="27432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188720"/>
            <a:ext cx="320040" cy="320040"/>
          </a:xfrm>
          <a:prstGeom prst="ellipse">
            <a:avLst/>
          </a:prstGeom>
          <a:solidFill>
            <a:srgbClr val="C8372D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18872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14400" y="114300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are learning about cell structure, the differences between animal and plant cells, specialised cells, microscopes, and how diffusion moves substances.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1783080"/>
            <a:ext cx="320040" cy="320040"/>
          </a:xfrm>
          <a:prstGeom prst="ellipse">
            <a:avLst/>
          </a:prstGeom>
          <a:solidFill>
            <a:srgbClr val="C8372D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7830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14400" y="173736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Concept: Form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57200" y="2377440"/>
            <a:ext cx="320040" cy="320040"/>
          </a:xfrm>
          <a:prstGeom prst="ellipse">
            <a:avLst/>
          </a:prstGeom>
          <a:solidFill>
            <a:srgbClr val="C8372D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23774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14400" y="233172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Context: Scientific and Technical Innovation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57200" y="2971800"/>
            <a:ext cx="320040" cy="320040"/>
          </a:xfrm>
          <a:prstGeom prst="ellipse">
            <a:avLst/>
          </a:prstGeom>
          <a:solidFill>
            <a:srgbClr val="E5E2DC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29718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14400" y="292608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 form of a cell determines its function, and models help us understand structures too small to see."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315200" y="4754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mrzocchi.com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Vocabulary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1828800" cy="27432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188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837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Cell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6916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细胞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219456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basic unit of all living things. All organisms are made of cells.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0" y="4754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mrzocchi.com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Vocabulary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1828800" cy="27432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188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837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Nucleus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6916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细胞核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219456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Contains DNA. Controls cell activities and division.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0" y="4754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mrzocchi.com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Vocabulary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1828800" cy="27432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188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837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Cell Membrane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6916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细胞膜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219456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Controls what enters and leaves the cell. Selectively permeable.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0" y="4754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mrzocchi.com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Vocabulary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1828800" cy="27432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188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837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Cytoplasm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6916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细胞质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219456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Jelly-like substance where chemical reactions occur.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0" y="4754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mrzocchi.com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Vocabulary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1828800" cy="27432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188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837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Mitochondria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6916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线粒体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219456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energy through respiration. The 'powerhouses' of the cell.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0" y="4754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mrzocchi.com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Vocabulary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1828800" cy="27432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188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837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Cell Wall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6916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细胞壁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219456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Rigid outer layer in plant cells. Made of cellulose. Provides support.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0" y="4754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mrzocchi.com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Check Your Understanding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1828800" cy="27432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188720"/>
            <a:ext cx="8229600" cy="1371600"/>
          </a:xfrm>
          <a:prstGeom prst="roundRect">
            <a:avLst>
              <a:gd name="adj" fmla="val 10000"/>
            </a:avLst>
          </a:prstGeom>
          <a:solidFill>
            <a:srgbClr val="FAF8F5"/>
          </a:solidFill>
          <a:ln w="12700">
            <a:solidFill>
              <a:srgbClr val="E5E2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188720"/>
            <a:ext cx="7680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❓  Name three organelles found in BOTH animal and plant cells.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57200" y="2926080"/>
            <a:ext cx="8229600" cy="1463040"/>
          </a:xfrm>
          <a:prstGeom prst="roundRect">
            <a:avLst>
              <a:gd name="adj" fmla="val 9375"/>
            </a:avLst>
          </a:prstGeom>
          <a:solidFill>
            <a:srgbClr val="E8F5F3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2926080"/>
            <a:ext cx="54864" cy="1463040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926080"/>
            <a:ext cx="76809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Nucleus, cell membrane, cytoplasm, mitochondria, ribosomes.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315200" y="4754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mrzocchi.com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Check Your Understanding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1828800" cy="27432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188720"/>
            <a:ext cx="8229600" cy="1371600"/>
          </a:xfrm>
          <a:prstGeom prst="roundRect">
            <a:avLst>
              <a:gd name="adj" fmla="val 10000"/>
            </a:avLst>
          </a:prstGeom>
          <a:solidFill>
            <a:srgbClr val="FAF8F5"/>
          </a:solidFill>
          <a:ln w="12700">
            <a:solidFill>
              <a:srgbClr val="E5E2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188720"/>
            <a:ext cx="7680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❓  Name three structures found ONLY in plant cells.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57200" y="2926080"/>
            <a:ext cx="8229600" cy="1463040"/>
          </a:xfrm>
          <a:prstGeom prst="roundRect">
            <a:avLst>
              <a:gd name="adj" fmla="val 9375"/>
            </a:avLst>
          </a:prstGeom>
          <a:solidFill>
            <a:srgbClr val="E8F5F3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2926080"/>
            <a:ext cx="54864" cy="1463040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926080"/>
            <a:ext cx="76809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 wall, chloroplasts, large permanent vacuole.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315200" y="4754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mrzocchi.com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Check Your Understanding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1828800" cy="27432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188720"/>
            <a:ext cx="8229600" cy="1371600"/>
          </a:xfrm>
          <a:prstGeom prst="roundRect">
            <a:avLst>
              <a:gd name="adj" fmla="val 10000"/>
            </a:avLst>
          </a:prstGeom>
          <a:solidFill>
            <a:srgbClr val="FAF8F5"/>
          </a:solidFill>
          <a:ln w="12700">
            <a:solidFill>
              <a:srgbClr val="E5E2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188720"/>
            <a:ext cx="7680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❓  What is the function of mitochondria?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57200" y="2926080"/>
            <a:ext cx="8229600" cy="1463040"/>
          </a:xfrm>
          <a:prstGeom prst="roundRect">
            <a:avLst>
              <a:gd name="adj" fmla="val 9375"/>
            </a:avLst>
          </a:prstGeom>
          <a:solidFill>
            <a:srgbClr val="E8F5F3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2926080"/>
            <a:ext cx="54864" cy="1463040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926080"/>
            <a:ext cx="76809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energy from glucose through aerobic respiration. The 'powerhouses' of the cell.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315200" y="4754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mrzocchi.com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Check Your Understanding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1828800" cy="27432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188720"/>
            <a:ext cx="8229600" cy="1371600"/>
          </a:xfrm>
          <a:prstGeom prst="roundRect">
            <a:avLst>
              <a:gd name="adj" fmla="val 10000"/>
            </a:avLst>
          </a:prstGeom>
          <a:solidFill>
            <a:srgbClr val="FAF8F5"/>
          </a:solidFill>
          <a:ln w="12700">
            <a:solidFill>
              <a:srgbClr val="E5E2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188720"/>
            <a:ext cx="7680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❓  An eyepiece is ×10, objective is ×40. What is the total magnification?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57200" y="2926080"/>
            <a:ext cx="8229600" cy="1463040"/>
          </a:xfrm>
          <a:prstGeom prst="roundRect">
            <a:avLst>
              <a:gd name="adj" fmla="val 9375"/>
            </a:avLst>
          </a:prstGeom>
          <a:solidFill>
            <a:srgbClr val="E8F5F3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2926080"/>
            <a:ext cx="54864" cy="1463040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926080"/>
            <a:ext cx="76809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×400 — eyepiece × objective = 10 × 40 = 400.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315200" y="4754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mrzocchi.com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389120"/>
            <a:ext cx="9144000" cy="54864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Keep Practising!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2743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Self-Quiz on mrzocchi.com to test yourself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38404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mrzocchi.com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Specialised Cells</dc:title>
  <dc:subject>PptxGenJS Presentation</dc:subject>
  <dc:creator>Mr Zocchi — mrzocchi.com</dc:creator>
  <cp:lastModifiedBy>Mr Zocchi — mrzocchi.com</cp:lastModifiedBy>
  <cp:revision>1</cp:revision>
  <dcterms:created xsi:type="dcterms:W3CDTF">2026-03-22T06:54:47Z</dcterms:created>
  <dcterms:modified xsi:type="dcterms:W3CDTF">2026-03-22T06:54:47Z</dcterms:modified>
</cp:coreProperties>
</file>