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4 · Chemistry — Separation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how filtration works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residue and filtrate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which mixtures can be separated by filtration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31596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3159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42519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filtration equipment correctly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Filtration Works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Filtration is like a sieve — small particles pass, big ones don't.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Separates an insoluble solid from a liquid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Filter paper has tiny holes that only liquid can pass through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liquid that passes through = filtrate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solid left behind = residue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Only works when the solid does NOT dissolve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 Up Filtration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 filter paper into a cone and place in funnel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funnel in a conical flask or beaker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 the mixture carefully into the filter paper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 (filtrate) drips through into the flask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(residue) remains on the filter paper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Filtration  过滤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Separating an insoluble solid from a liquid using filter paper.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Filtrate  滤液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liquid that passes through the filter paper.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Residue  残留物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solid that stays on the filter paper.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Insoluble  不溶的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substance that does NOT dissolve in a liquid.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Soluble  可溶的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substance that DOES dissolve in a liquid.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Funnel  漏斗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that holds filter paper for filtration.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Think-Pair-Share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828800"/>
            <a:ext cx="941832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C837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920240"/>
            <a:ext cx="8869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you use filtration to separate salt from water? Why or why not?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Is salt soluble or insoluble?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would pass through the filter paper?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method would you need instead?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is filtration used to separate?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An insoluble solid from a liquid.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What is the liquid called that passes through?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filtrate.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Can filtration separate sugar from water?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No — sugar is soluble (dissolved), so it passes through with the water.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Give a real-world example of filtration.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Water treatment plants use filtration to remove solid particles from water.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Filtration separates insoluble solids from liquids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Filtrate = liquid that passes through; Residue = solid left behind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works for insoluble solids (not dissolved substances)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Equipment: filter paper, funnel, conical flask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separate dissolved substances — need evaporation for that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Filtration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