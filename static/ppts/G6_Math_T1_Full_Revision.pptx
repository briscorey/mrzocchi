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Sense — Full Revision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· Number Sense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&amp; Rounding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 value depends on position. Millions → ones → decimals. Compare left to right. Use &lt; &gt; = to order.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 to right: ≥5 round up, &lt;5 round down. Replace right digits with zeros. Use for estimation.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Division/Multiplication (L→R), Addition/Subtraction (L→R). Brackets override order.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Negatives &amp; Number Properties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Numbers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of zero. −7 &lt; −2. Adding negative = move left. Two negatives = positive. Same signs × = positive.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&amp; Multiples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divide in. Multiples = times table. HCF = highest shared factor. LCM = lowest shared multiple.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2 factors. 2 is only even prime. 1 is NOT prime. Factor trees find prime factorisation.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value: digit position determines value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Rounding: check digit to the right, ≥5 up, &lt;5 down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BIDMAS: brackets first, then indices, then ×÷, then +−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Negatives: same signs multiply to positive, different to negative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and LCM found using factor trees / prime factorisation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 Sense — Full Revision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