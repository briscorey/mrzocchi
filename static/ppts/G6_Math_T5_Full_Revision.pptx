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&amp; Statistics — Full Revision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5 · Probability &amp;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Averages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(descriptive), discrete (countable), continuous (measured). Organise with tally/frequency tables.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add÷count. Median: middle. Mode: most common. Range: highest−lowest. Choose based on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categories. Pie: proportions (×360°). Line: trends. Label axes, title, even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favourable ÷ total. Scale: 0 to 1. Fraction, decimal, or %. All outcomes sum to 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equally likely outcomes. P(heads)=½. P(rolling 6)=⅙. No experiment needed.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actual trials. More trials → closer to theoretical. Law of Large Numbers.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qualitative, discrete, continuous. Tables to organise.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mode, range — choose the right average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(categories), pie (proportions), line (trends)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0–1, favourable÷total, all outcomes sum to 1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trials = experimental probability approaches theoretical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&amp; Statistics — Full Revision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