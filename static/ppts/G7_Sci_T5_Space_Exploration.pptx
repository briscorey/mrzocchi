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Exploration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5 · Space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key milestones in space exploration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challenges of space travel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 the benefits of space technology for life on Earth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Milestones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1957 — Sputnik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artificial satellite (USSR)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1961 — Yuri Gagarin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human in space (USSR)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1969 — Apollo 11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humans on the Moon (USA)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 — Hubble Telescope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Orbiting telescope revealing distant galaxies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2020s — Mars Missions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Perseverance rover, plans for human missions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Benefits vs Challenges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Satellite communication (TV, GPS, internet)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Weather forecasting from orbit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Medical advances (bone density research)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Materials science (new alloys, insulation)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Understanding climate change from space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Extreme cost (billions per mission)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Radiation exposure in deep space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Zero gravity effects on the body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Supplying oxygen, food, water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Psychological isolation on long missions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  卫星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 orbiting Earth — natural (Moon) or artificial.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  轨道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taken by one object around another.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Rover  探测车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robotic vehicle exploring a planet's surface.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 国际空间站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Space Station — orbiting laboratory.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Light-Year  光年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light travels in one year.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Telescope  望远镜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 for observing distant objects in space.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governments spend billions on space exploration when there are problems to solve on Earth?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technologies have come from space research?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could we learn from Mars?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Is exploration part of human nature?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Who was the first human in space?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Yuri Gagarin (1961, USSR).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Name two benefits of space technology for life on Earth.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GPS navigation, weather forecasting, satellite communication (any two).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What challenges do astronauts face in space?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Radiation, zero gravity effects on body, limited supplies, isolation.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the ISS?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International Space Station — an orbiting laboratory where astronauts live and work.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exploration began with Sputnik (1957) and continues today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milestones: Gagarin, Apollo 11, Hubble, Mars rovers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include GPS, weather forecasting, medical advances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include cost, radiation, zero gravity, and isolation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technology improves life on Earth in many ways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Exploration</dc:title>
  <dc:subject>PptxGenJS Presentation</dc:subject>
  <dc:creator>Mr Zocchi</dc:creator>
  <cp:lastModifiedBy>Mr Zocchi</cp:lastModifiedBy>
  <cp:revision>1</cp:revision>
  <dcterms:created xsi:type="dcterms:W3CDTF">2026-03-24T11:30:54Z</dcterms:created>
  <dcterms:modified xsi:type="dcterms:W3CDTF">2026-03-24T11:30:54Z</dcterms:modified>
</cp:coreProperties>
</file>