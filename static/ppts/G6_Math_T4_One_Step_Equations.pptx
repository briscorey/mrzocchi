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One-Step Equations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Algebra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Equation?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equation has an equals sign — it says two things have the same value. x + 3 = 7 means 'what number plus 3 gives 7?' Solving means finding the value of x. We use inverse (opposite) operations to isolate x.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Inverse Operations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↔ Subtraction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 = 12 → subtract 5 from both sides → x = 7. Check: 7 + 5 = 12 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Subtraction ↔ Addition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− 3 = 8 → add 3 to both sides → x = 11. Check: 11 − 3 = 8 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↔ Division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 = 20 → divide both sides by 4 → x = 5. x/3 = 6 → multiply both sides by 3 → x = 18.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Balance Method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an equation like a balance/scales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do to one side, you MUST do to the other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keeps the equation balanced (equal)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get x on its own on one side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your answer by substituting back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+ 9 = 15 → subtract 9 → x = 6. Check: 6 + 9 = 15 ✓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Equation: two expressions with an = sign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by doing the INVERSE operation to both sides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↔ subtraction; multiplication ↔ division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do to one side, do to the other (balance)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your answer by substituting 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One-Step Equations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