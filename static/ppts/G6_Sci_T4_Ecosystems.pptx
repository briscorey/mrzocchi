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8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&amp; Habitats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ecosystem?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What is an ecosystem?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 vs abiotic factors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Biotic vs abiotic factors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Habitats &amp; niches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Habitats &amp; niches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&amp; consumers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Producers &amp; consumers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Interdependence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Ecosystems &amp; Habitats</dc:title>
  <dc:subject>PptxGenJS Presentation</dc:subject>
  <dc:creator>Mr Zocchi</dc:creator>
  <cp:lastModifiedBy>Mr Zocchi</cp:lastModifiedBy>
  <cp:revision>1</cp:revision>
  <dcterms:created xsi:type="dcterms:W3CDTF">2026-03-21T23:42:03Z</dcterms:created>
  <dcterms:modified xsi:type="dcterms:W3CDTF">2026-03-21T23:42:03Z</dcterms:modified>
</cp:coreProperties>
</file>