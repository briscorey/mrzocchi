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MATHEMATICS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Machines &amp; Patterns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Rule → Output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Machines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machine takes an input, applies a rule, and produces an output.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rule: ×2, then +3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1 → 1×2+3 = 5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2 → 2×2+3 = 7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 → 2n + 3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Rules from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how the output changes as input increases by 1.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difference is the coefficient of n.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Outputs 5, 8, 11, 14... Difference = +3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starts with 3n. When n=1: 3×1=3, but output=5, so add 2.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3n + 2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Table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7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3(1) + 2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3(2) + 2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3(3) + 2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3(4) + 2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3(10) + 2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Machines &amp; Patterns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