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Mean, Median, Mode, Range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Probability &amp; Statistics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Averages &amp; Range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MEAN: add all values, divide by how many there are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MEDIAN: the middle value when data is in ORDER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the most common value (can have none, one, or more than one)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highest value minus lowest value (measures spread, NOT an average)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middle values (even number of data): median = mean of the two middle values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Each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Mean: best for data with no extreme values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Median: best when there are outliers (extreme values)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best for categorical data or 'most popular'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always report alongside an average to show spread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Outlier: a value much higher or lower than the rest — affects the mean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total ÷ count | Median = middle value | Mode = most common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= highest - lowest (not an average)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resists outliers better than the mean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put data in ORDER before finding the median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Mean, Median, Mode, Range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