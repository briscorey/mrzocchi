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&amp; Subtracting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and finding differences between fractions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denom.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denominator on both fractions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LCM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Common Multiple — best choice for common denominator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to an equivalent fraction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answer to lowest terms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Steps to Add/Subtract Fractions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4688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Same Denominator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LCM of both denominators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both fractions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⅓ + ¼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of 3 and 4 = 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4/12 + 3/12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51560"/>
            <a:ext cx="24688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Add or Subtract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Add/subtract the NUMERATORS only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denominator the same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4/12 + 3/12 = 7/12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add the denominators!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2468880" cy="54864"/>
          </a:xfrm>
          <a:prstGeom prst="rect">
            <a:avLst/>
          </a:prstGeom>
          <a:solidFill>
            <a:srgbClr val="9B9690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Simplify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answer can be simplified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common factors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7/12 is already in lowest terms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improper to mixed if needed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&amp; Subtracting Mixed Numbers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1: Convert to improper fractions, then add/subtract normally.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2: Add whole numbers separately, then add fractions separately.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2¾ + 1⅔ → Convert: 11/4 + 5/3 → Common denom 12: 33/12 + 20/12 = 53/12 = 4 5/12.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subtraction, you may need to 'borrow' from the whole number.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final answer.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students find Method 1 (convert to improper) more reliable.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Mistakes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denominators: ½ + ⅓ ≠ 2/5 (WRONG! → correct answer is 5/6).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to find a common denominator before adding.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simplifying the final answer.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to convert back from improper to mixed number.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check: does my answer make sense?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add fractions with the same denominator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add fractions with different denominators (find LCM)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subtract fractions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add and subtract mixed numbers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always simplify my final answer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add denominators — only add numerators after making denominators the same.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Adding &amp; Subtracting Fractions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