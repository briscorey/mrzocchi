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Ecology — Full Revision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Term 4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 &amp; Food Chains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= community + non-living environment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(living) + Abiotic (non-living) factors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chains: Producer → Primary → Secondary → Tertiary consumer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decreases at each trophic level (lost as heat)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webs show all interconnected food chains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Adaptations &amp; Biodiversity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Adaptations: structural, behavioural, functional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organisms survive in their specific habitat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 = variety of species (high = stable ecosystem)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Threats: habitat loss, pollution, climate change, invasive species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depend on energy flow through food chains/webs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Organisms are adapted to their environment in three ways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activities threaten biodiversity worldwide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efforts help protect species and habitats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Ecology — Full Revision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