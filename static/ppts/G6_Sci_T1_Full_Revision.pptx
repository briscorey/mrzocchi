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7A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Skills — Full Revision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safety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Lab safety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method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Scientific method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Variables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Measurement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7A6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graphs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Data &amp; graphs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Skills — Full Revision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