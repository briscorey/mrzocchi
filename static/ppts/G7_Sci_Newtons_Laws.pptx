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7 SCIENCE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Laws of Motion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that govern how objects move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4206240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NIS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First Law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stays still or moves at constant speed unless acted on by an unbalanced force.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simple terms: things keep doing what they're doing unless a force changes them.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also called the Law of Inertia.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Inertia = resistance to change in motion.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Second Law: F = ma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= mass × acceleration.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force → more acceleration.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Bigger mass → less acceleration (harder to move).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Units: Force (N), mass (kg), acceleration (m/s²).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4206240"/>
            <a:ext cx="7863840" cy="640080"/>
          </a:xfrm>
          <a:prstGeom prst="roundRect">
            <a:avLst>
              <a:gd name="adj" fmla="val 11429"/>
            </a:avLst>
          </a:prstGeom>
          <a:solidFill>
            <a:srgbClr val="E8F5F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4251960"/>
            <a:ext cx="7498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2A9D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F = 5 kg × 3 m/s² = 15 N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Newton's Third Law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action has an equal and opposite reaction.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you push a wall, the wall pushes back with the same force.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swimmer pushes water backwards → water pushes swimmer forwards.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forces act on DIFFERENT objects — they don't cancel out.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AF8F5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32004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Force Diagrams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786384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all forces acting on an object as arrows.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 length = size of force. Arrow direction = direction of force.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arrows are equal and opposite → balanced → no acceleration.</a:t>
            </a:r>
            <a:endParaRPr lang="en-US" sz="1500" dirty="0"/>
          </a:p>
          <a:p>
            <a:pPr marL="342900" indent="-342900">
              <a:lnSpc>
                <a:spcPct val="140000"/>
              </a:lnSpc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one arrow is longer → unbalanced → object accelerates that way.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A4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777740"/>
            <a:ext cx="9144000" cy="365760"/>
          </a:xfrm>
          <a:prstGeom prst="rect">
            <a:avLst/>
          </a:prstGeom>
          <a:solidFill>
            <a:srgbClr val="C8372D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Review &amp; Practise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46888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C837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learnlattice.org/students/exam-revision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3200400"/>
            <a:ext cx="7680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mrzocchi.com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Newton's Laws</dc:title>
  <dc:subject>PptxGenJS Presentation</dc:subject>
  <dc:creator>Mr Zocchi</dc:creator>
  <cp:lastModifiedBy>Mr Zocchi</cp:lastModifiedBy>
  <cp:revision>1</cp:revision>
  <dcterms:created xsi:type="dcterms:W3CDTF">2026-03-21T12:00:06Z</dcterms:created>
  <dcterms:modified xsi:type="dcterms:W3CDTF">2026-03-21T12:00:06Z</dcterms:modified>
</cp:coreProperties>
</file>