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Equations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unknown value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C8372D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spent ¥47 on lunch: a bowl of 鸭血粉丝汤 and 3 baozi. The soup was ¥20. How much was each baozi?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equation: 20 + 3b = 47. What is b?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 you know?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trying to find?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isolate the unknown?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Equation?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EQUALS SIGN — two balanced sides.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balance scale.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= finding the value that makes it true.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+ 2 = 14 — what value of x balances?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do to one side, you MUST do to the other.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One-Step Equations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+ 5 = 12 → subtract 5 → x = 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− 3 = 10 → add 3 → x = 13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= 20 → divide by 4 → x = 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÷ 2 = 6 → multiply by 2 → x = 12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INVERSE (opposite) operation.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Two-Step Equations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3x + 5 = 20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Undo addition → 3x = 15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Undo multiplication → x = 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with + or − FIRST, then × or ÷.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3(5) + 5 = 20 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Baozi problem: 20 + 3b = 47 → 3b = 27 → b = 9. Each baozi costs ¥9.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on Both Sides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variables on ONE side.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numbers on the OTHER.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and solve.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+ 3 = 2x + 18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2x: 3x + 3 = 18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3: 3x = 15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3: x = 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One-Step Equations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Antics  •  8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Two-Step Equations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Corbettmaths  •  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with Variables on Both Sides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5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Equations</dc:title>
  <dc:subject>PptxGenJS Presentation</dc:subject>
  <dc:creator>Mr Zocchi</dc:creator>
  <cp:lastModifiedBy>Mr Zocchi</cp:lastModifiedBy>
  <cp:revision>1</cp:revision>
  <dcterms:created xsi:type="dcterms:W3CDTF">2026-03-23T05:29:31Z</dcterms:created>
  <dcterms:modified xsi:type="dcterms:W3CDTF">2026-03-23T05:29:31Z</dcterms:modified>
</cp:coreProperties>
</file>