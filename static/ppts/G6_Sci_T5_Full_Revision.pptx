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Revision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system, Earth–Sun–Moon, seasons, and exploration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73152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194560" y="1920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System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System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planets: Mercury, Venus, Earth, Mars (rocky) | Jupiter, Saturn, Uranus, Neptune (gas).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is a star — contains 99.8% of the solar system's mass.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keeps planets in orbit. Farther planets orbit more slowly.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includes: dwarf planets, asteroids, comets, and 200+ moons.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73152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194560" y="1920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Earth, Moon &amp; Seasons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 System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Day/night: caused by Earth's ROTATION (24 hours). NOT the Sun moving.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Seasons: caused by Earth's 23.5° AXIAL TILT. NOT distance from Sun.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phases: New → Waxing → Full → Waning → New (29.5 days).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Tides: caused by the Moon's gravity pulling on Earth's oceans.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Eclipses: solar (Moon blocks Sun) or lunar (Earth's shadow on Moon).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73152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194560" y="1920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 Exploration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Exploration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telescopes, satellites, probes, rovers, crewed missions.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events: Sputnik (1957), Moon landing (1969), ISS (1998), JWST (2021).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China: Zhurong rover on Mars (2021), Tiangong space station.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GPS, weather, medicine, climate research, inspiration.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 cost, danger, space debris, ethical questions.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Revision Checklist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515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planets in order — rocky vs gas giants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55448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Day/night from rotation, seasons from axial tilt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574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phases, eclipses, and tides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6032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and milestones of space exploration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06324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and challenges of exploring space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7680960" cy="5943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 with the Self-Quiz and Review Games on mrzocchi.com.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A9D8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Self-Quiz, Review Games, and Practice Builder to test yourself.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— Full Revision</dc:title>
  <dc:subject>PptxGenJS Presentation</dc:subject>
  <dc:creator>Mr Zocchi</dc:creator>
  <cp:lastModifiedBy>Mr Zocchi</cp:lastModifiedBy>
  <cp:revision>1</cp:revision>
  <dcterms:created xsi:type="dcterms:W3CDTF">2026-03-24T11:21:05Z</dcterms:created>
  <dcterms:modified xsi:type="dcterms:W3CDTF">2026-03-24T11:21:05Z</dcterms:modified>
</cp:coreProperties>
</file>