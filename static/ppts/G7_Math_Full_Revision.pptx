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Revision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Expressions, Equations, Functions &amp; Substitution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372D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C8372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Expressions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+ variables + operations. NO equals sign.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Terms, coefficients, constants, like terms.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by combining like terms.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words into algebra.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372D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C8372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Equations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equals sign. Two balanced sides.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with inverse operations.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→ two-step → variables on both sides.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by substituting back.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372D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&amp; Substitution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54864"/>
          </a:xfrm>
          <a:prstGeom prst="rect">
            <a:avLst/>
          </a:prstGeom>
          <a:solidFill>
            <a:srgbClr val="C837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&amp; Substitution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Rule → Output. nth term = an + 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Substitution: replace variables, use brackets, BIDMAS.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negatives and powers: x² = x×x, not x×2.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→ Substitution → Answer.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— Full Revision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