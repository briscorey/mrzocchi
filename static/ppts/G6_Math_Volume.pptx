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Geometry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Volume?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the amount of 3D space an object takes up. It is measured in cubic units: mm³, cm³, m³. Think of it as how many 1×1×1 unit cubes fit inside the shape. Volume has three dimensions: length, width, and height.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Formulas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length × width × height. Example: 5 × 3 × 2 = 30 cm³. A cube: V = s³. Example: s = 4cm → V = 64 cm³.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Prism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area of cross-section × length. Cross-section = triangle = ½bh. Example: triangle 6×4, length 10 → V = ½×6×4×10 = 120 cm³.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Prism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area of cross-section × length. The cross-section is the same shape all the way through. This works for any prism (hexagonal, L-shaped, etc.).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Solving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volume and two dimensions, find the third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60cm³, l = 5cm, w = 4cm → h = 60 ÷ (5×4) = 3cm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3D shapes: split into prisms, calculate each, add together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capacity: 1 cm³ = 1 mL, so 1000 cm³ = 1 litre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Conversions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cm³ = 1 mL (millilitre)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cm³ = 1 L (litre)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m³ = 1,000,000 cm³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m³ = 1000 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conversions connect volume to capacity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= 3D space inside a shape, measured in cubic units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V = l × w × h. Cube: V = s³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prism: V = area of cross-section × length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cm³ = 1 mL. 1000 cm³ = 1 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backwards to find missing dimensions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Volume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