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Exploration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space exploration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History of space exploration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Rockets &amp; satellites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Rockets &amp; satellites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International Space Station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The International Space Station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 missions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Mars missions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of space travel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Future of space travel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Exploration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