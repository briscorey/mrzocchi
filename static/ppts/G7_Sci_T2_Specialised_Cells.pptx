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Specialised Cells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2 · Biology — Cells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cell specialisation means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structure and function of at least four specialised cells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the shape/features of each cell to its job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Specialisation?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all cells look the same — their shape matches their job.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Cells develop special features to perform a specific job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structure of the cell is adapted to match its function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Specialised cells lose the ability to divide and change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This is more efficient than having identical cells do everything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Example: red blood cells are shaped like discs to carry oxygen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 of Specialised Cells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Blood Cell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nucleus → more space for haemoglobin; biconcave disc shape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Nerve Cell (Neuron)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axon to carry electrical signals; branched endings for connections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Hair Cell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thin extension increases surface area to absorb water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 Cell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for swimming; streamlined head; many mitochondria for energy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Palisade Cell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Packed with chloroplasts near top of leaf for photosynthesis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Specialised  特化的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cell adapted with special features for a specific function.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Blood Cell  红细胞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Carries oxygen. No nucleus. Contains haemoglobin.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Neuron  神经元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Nerve cell with long axon for transmitting electrical signals.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Hair Cell  根毛细胞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long extension to increase surface area for absorbing water.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 Cell  精子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Male reproductive cell with tail for swimming to the egg.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Palisade Cell  栅栏细胞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 cell packed with chloroplasts for photosynthesis.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 red blood cells have no nucleus? Wouldn't they work better with one?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does removing the nucleus create space for?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is haemoglobin?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Can red blood cells repair themselves?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Why is a root hair cell long and thin?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To increase surface area for absorbing more water and minerals from soil.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What makes a sperm cell adapted for its function?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Tail for swimming, streamlined head, many mitochondria for energy.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are red blood cells shaped like biconcave discs?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Increases surface area for gas exchange; flexible to squeeze through capillaries.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cell specialisation?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When cells develop specific features to perform a particular job more efficiently.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Specialised cells have features adapted for a specific function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blood cells: no nucleus, biconcave, haemoglobin for oxygen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Nerve cells: long axon, branched endings for signal transmission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hair cells: long extension for maximum water absorption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always links to function — form follows purpose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Specialised Cells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