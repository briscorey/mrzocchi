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Sequences &amp;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nth Term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rule, predict any term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C8372D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bamboo plant in Nanjing grows 3 cm every day. On day 1 it was 12 cm. Without counting day by day, can you predict its height on day 100?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nth term formula lets you jump straight to ANY position in a sequence.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pattern? How much is added each day?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write a formula linking day number (n) to height?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day 365 look like? Day 1000?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the nth Term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Find the common difference (d).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Write dn (this gives the 'times table' part).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Compare dn with the actual terms to find the adjustment (+c or −c).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Rule is T = dn + c.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Bamboo: d = 3, when n = 1: 3(1) = 3, need 12, so c = +9. T = 3n + 9.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100: T = 3(100) + 9 = 309 cm = 3.09 m tall!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Example: Korean Stacking Stones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965960"/>
                <a:gridCol w="1965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(n)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Stones in Tower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Adjustment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5n + 2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Rule: T = 5n + 2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the Rule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Terms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T = 5n + 2.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10th tower: 5(10)+2 = 52 stones.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50th tower: 5(50)+2 = 252 stones.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100th: 5(100)+2 = 502 stones.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Position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tower has 137 stones?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5n + 2 = 137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5n = 135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27 (the 27th tower).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Decreasing Sequences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sequences go up — some go DOWN.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 46, 42, 38 → d = −4.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T = −4n + 54. Check: n=1 → −4+54 = 50 ✓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Nanjing winter temperature dropping: 12, 9, 6, 3... → d = −3, T = −3n + 15.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does it hit zero? −3n + 15 = 0 → n = 5 (day 5).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Sequences in Culture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Korean roof tiles (giwa) follow geometric patterns — sequences in architecture.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pagodas: each level is slightly smaller — a decreasing sequence of widths.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Autobahn distance markers: equally spaced — arithmetic sequence.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Fibonacci sequence in nature: sunflower spirals, pinecone scales, bamboo growth.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Sequences are everywhere once you start looking.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nth Term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Corbettmaths  •  6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Sequences — nth Term Rule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5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Sequences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Antics  •  8 min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Sequences &amp; nth Term</dc:title>
  <dc:subject>PptxGenJS Presentation</dc:subject>
  <dc:creator>Mr Zocchi</dc:creator>
  <cp:lastModifiedBy>Mr Zocchi</cp:lastModifiedBy>
  <cp:revision>1</cp:revision>
  <dcterms:created xsi:type="dcterms:W3CDTF">2026-03-23T08:04:37Z</dcterms:created>
  <dcterms:modified xsi:type="dcterms:W3CDTF">2026-03-23T08:04:37Z</dcterms:modified>
</cp:coreProperties>
</file>