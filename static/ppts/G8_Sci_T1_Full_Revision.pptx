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73152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7315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8 SCIENCE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Chemistry — Full Revision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 1 · Chemistry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 ZOCCHI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60350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🎯 Learning Objectives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you will be able to: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01168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12140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2140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057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all atomic structure and periodic table concepts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743200"/>
            <a:ext cx="10515600" cy="594360"/>
          </a:xfrm>
          <a:prstGeom prst="roundRect">
            <a:avLst>
              <a:gd name="adj" fmla="val 15385"/>
            </a:avLst>
          </a:prstGeom>
          <a:solidFill>
            <a:srgbClr val="F3F1EE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2852928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8529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463040" y="27889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knowledge to exam-style problems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4" name="Text 12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Unit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13258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formulas: Neutrons = Mass Number − Atomic Number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Atoms — protons, neutrons, electrons, atomic/mass number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6974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743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Periodic Table — groups, periods, organisation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4747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35204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Electron Configuration — 2, 8, 8 pattern, link to groups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42519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8F6F3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Metals vs Non-Metals — properties, location, metalloids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50292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6350">
            <a:solidFill>
              <a:srgbClr val="E5E2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50749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States of Matter — particle model, state changes, heating curves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Facts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173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number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754880" y="141732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protons = electrons (in neutral atom)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214884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219456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number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54880" y="219456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protons + neutrons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92608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29718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number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754880" y="297180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outer shell electrons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70332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 number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54880" y="374904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number of electron shells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31520" y="4480560"/>
            <a:ext cx="10515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52628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change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754880" y="4526280"/>
            <a:ext cx="6217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energy breaks/forms bonds, temperature constant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🧠 Check Your Understanding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8988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Q1: Sodium: atomic number 11, mass number 23. Neutrons?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097280" y="196596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0" y="198424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23 − 11 = 12 neutrons.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62432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Q2: Element with configuration 2, 8, 7. Group and period?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097280" y="320040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1" name="Text 9"/>
          <p:cNvSpPr/>
          <p:nvPr/>
        </p:nvSpPr>
        <p:spPr>
          <a:xfrm>
            <a:off x="1371600" y="321868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Group 7, Period 3 (Chlorine).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5876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Q3: Name two properties of non-metals.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1097280" y="443484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445312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Dull, poor conductors, brittle, low melting points (any two).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74920"/>
            <a:ext cx="10972800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270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509320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Q4: Why is temperature constant during a state change?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097280" y="5669280"/>
            <a:ext cx="10424160" cy="502920"/>
          </a:xfrm>
          <a:prstGeom prst="roundRect">
            <a:avLst>
              <a:gd name="adj" fmla="val 14545"/>
            </a:avLst>
          </a:prstGeom>
          <a:solidFill>
            <a:srgbClr val="F3F1EE"/>
          </a:solidFill>
          <a:ln/>
        </p:spPr>
      </p:sp>
      <p:sp>
        <p:nvSpPr>
          <p:cNvPr id="19" name="Text 17"/>
          <p:cNvSpPr/>
          <p:nvPr/>
        </p:nvSpPr>
        <p:spPr>
          <a:xfrm>
            <a:off x="1371600" y="5687568"/>
            <a:ext cx="9875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6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Energy breaks intermolecular bonds rather than increasing kinetic energy.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📌 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146304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55448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Atoms: protons (+) and neutrons (0) in nucleus, electrons (−) in shells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228600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7744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371600" y="237744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Periodic table: groups = similar properties, periods = electron shells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0040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Electron configuration determines an element's chemistry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31520" y="393192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402336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02336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Metals (left): conduct, malleable. Non-metals (right): insulate, brittle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4754880"/>
            <a:ext cx="1051560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4846320"/>
            <a:ext cx="9601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3A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changes require energy to break/form bonds (latent heat)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10058400" y="6537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400800"/>
            <a:ext cx="12188952" cy="7315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0" y="1828800"/>
            <a:ext cx="121889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0" y="301752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the Self-Quiz and Review Games on mrzocchi.com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0" y="502920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📚 Chemistry — Full Revision</dc:title>
  <dc:subject>PptxGenJS Presentation</dc:subject>
  <dc:creator>Mr Zocchi</dc:creator>
  <cp:lastModifiedBy>Mr Zocchi</cp:lastModifiedBy>
  <cp:revision>1</cp:revision>
  <dcterms:created xsi:type="dcterms:W3CDTF">2026-03-24T11:35:31Z</dcterms:created>
  <dcterms:modified xsi:type="dcterms:W3CDTF">2026-03-24T11:35:31Z</dcterms:modified>
</cp:coreProperties>
</file>