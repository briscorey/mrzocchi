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organisms survive in their habitat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Giant pandas only eat bamboo, but bamboo has almost no nutritional value. How have pandas adapted to survive on such a poor diet?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organism is shaped by its environment — adaptations are the result of millions of years of natural selection.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structural adaptations help pandas eat bamboo?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pandas survive in a German forest?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happen if all the bamboo disappeared?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Adaptation?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that helps an organism survive in its habitat.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types: structural, behavioural, functional.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Structural: physical features (polar bear thick fur, cactus spines).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Behavioural: actions (bird migration, nocturnal hunting).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Functional: internal processes (desert animals concentrate urine).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Adaptations develop over thousands of generations through natural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Adaptations in Our Students' Worlds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Adaptations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panda: 'pseudo-thumb' for gripping bamboo.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water deer: no antlers, but long fangs instead.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alligator: smaller body for Yangtze wetlands.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Red-crowned crane: long legs for wading in Korean marshes.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Adaptations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badger: thick fur for cold German winters.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 ibex: hooves shaped for steep mountain rocks.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mole: shovel-like paws for digging.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Forest woodpecker: reinforced skull for pecking.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Adaptations to Extreme Environments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Arctic: thick blubber (whale), white fur (polar bear), antifreeze proteins (fish).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Desert: water storage (camel), nocturnal behaviour, large ears for cooling (fennec fox).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ocean: bioluminescence, pressure-resistant bodies, no eyes (cave fish).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Cities: urban foxes, pigeons, rats — adapted to live alongside humans.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Nanjing's Xuanwu Lake birds have adapted to survive despite urban noise, light, and pollution.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Adaptation vs. Acclimatisation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Adaptation: genetic change over many generations (evolution).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Acclimatisation: short-term adjustment within one lifetime.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you acclimatise to Nanjing's summer heat after a few weeks.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you didn't EVOLVE to handle it — your body just adjusted temporarily.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polar bear can't acclimatise to a tropical forest.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Adaptations?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Adaptations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AumSum Time  •  6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Organisms Adapt?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Adaptations</dc:title>
  <dc:subject>PptxGenJS Presentation</dc:subject>
  <dc:creator>Mr Zocchi</dc:creator>
  <cp:lastModifiedBy>Mr Zocchi</cp:lastModifiedBy>
  <cp:revision>1</cp:revision>
  <dcterms:created xsi:type="dcterms:W3CDTF">2026-03-23T08:12:50Z</dcterms:created>
  <dcterms:modified xsi:type="dcterms:W3CDTF">2026-03-23T08:12:50Z</dcterms:modified>
</cp:coreProperties>
</file>