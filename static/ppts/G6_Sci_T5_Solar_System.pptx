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Solar System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star: the Sun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Our star: the Sun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planets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Inner planets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planets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Outer planets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Dwarf planets &amp; asteroids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Dwarf planets &amp; asteroids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of the solar system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Scale of the solar system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Solar System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