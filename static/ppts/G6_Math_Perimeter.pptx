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Geometry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Perimeter?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outside of a shape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ALL the side lengths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P = 2(length + width) or P = 2l + 2w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Square: P = 4 × side length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irregular shapes: add each side one by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cm, m, km (always linear units)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= total distance around a shape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P = 2(l + w) | Square: P = 4s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sides for irregular shapes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include units in your answer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Perimeter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