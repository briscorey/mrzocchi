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7A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Method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science?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What is science?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of the method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Steps of the method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vs inference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Observation vs inference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vs quantitative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Qualitative vs quantitative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examples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Practice examples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Scientific Method</dc:title>
  <dc:subject>PptxGenJS Presentation</dc:subject>
  <dc:creator>Mr Zocchi</dc:creator>
  <cp:lastModifiedBy>Mr Zocchi</cp:lastModifiedBy>
  <cp:revision>1</cp:revision>
  <dcterms:created xsi:type="dcterms:W3CDTF">2026-03-21T23:42:02Z</dcterms:created>
  <dcterms:modified xsi:type="dcterms:W3CDTF">2026-03-21T23:42:02Z</dcterms:modified>
</cp:coreProperties>
</file>