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Perimeter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3 · Geometry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Perimeter?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 is the total distance around the outside of a shape. Imagine walking around the edge — the perimeter is how far you walk. It is measured in units of length: mm, cm, m, km. To find the perimeter, add up all the side lengths.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Common Shapes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2 × (length + width). Or: P = 2l + 2w. Example: 8cm × 5cm → P = 2(8+5) = 26 cm.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4 × side length. All sides equal. Example: side = 6cm → P = 4 × 6 = 24 cm.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a + b + c (add all three sides). Example: sides 3, 4, 5 cm → P = 12 cm.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Perimeter Problem Solving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know the perimeter and some sides, work backwards to find missing sides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Rectangle: P = 30cm, width = 8cm → length = (30 ÷ 2) − 8 = 7cm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shapes: break into rectangles, find outer edges only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don't count internal edges that aren't on the outside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include the unit in your answer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 = total distance around a shape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Rectangle: P = 2(l + w). Square: P = 4 × side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all sides for irregular shapes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backwards from perimeter to find missing sides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shapes: add outer edges only, exclude internal lines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Perimeter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