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Two-Step Equations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Algebra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Operations to Undo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equations need TWO inverse operations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in REVERSE order of BIDMAS (addition/subtraction first, then multiplication/division)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+ 5 = 20 → Step 1: subtract 5 → 3x = 15 → Step 2: divide by 3 → x = 5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 - 7 = 9 → Step 1: add 7 → 2n = 16 → Step 2: divide by 2 → n = 8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Examples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x/4 + 3 = 7 → subtract 3 → x/4 = 4 → multiply by 4 → x = 16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5y - 2 = 13 → add 2 → 5y = 15 → divide by 5 → y = 3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show your working step by step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substitute your answer back: 5(3)-2 = 15-2 = 13 ✓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Two-step: undo addition/subtraction first, then multiplication/division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order of BIDMAS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each step clearly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your answer by substituting back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Two-Step Equations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