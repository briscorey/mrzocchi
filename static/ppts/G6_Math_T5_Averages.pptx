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Mean, Median, Mode, Range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5 · Probability &amp; Statistics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Averages and Spread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average represents a 'typical' value in a data set. There are three types: mean, median, and mode. The range measures how spread out the data is. Each average is useful in different situations — choosing the right one matters.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Averages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values, divide by how many. Most common average. Affected by outliers. Example: 3,5,7,9,11 → mean = 35÷5 = 7.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value when data is in order. If even number of values, average the two middle ones. Example: 3,5,7,9,11 → median = 7. Example: 2,4,6,8 → median = (4+6)÷2 = 5.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FREQUENT value. There can be more than one mode, or no mode. Example: 2,3,3,5,7 → mode = 3. Useful for categorical data (e.g. most popular colour).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= highest value − lowest value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the SPREAD of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3,5,7,9,11 → range = 11−3 = 8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range = data is spread out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range = data is consistent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 is affected by outliers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Which?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Mean: best for numerical data without outliers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Median: best when there are outliers (not affected)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best for categorical data or 'most popular'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always useful to show spread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salaries with one billionaire → median is more representative than mean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Calculating from Frequency Tables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each value by its frequency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the (value × frequency) products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the total frequency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Score 1(×3), 2(×5), 3(×2) → mean = (3+10+6)÷10 = 1.9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grouped data, use the MIDPOINT of each group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Mean: add all ÷ count. Median: middle value. Mode: most frequent. Range: highest−lowest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affected by outliers; median is not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frequency tables: multiply value × frequency, sum, divide by total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right average for the situation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measures spread (large = spread out, small = consistent)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Mean, Median, Mode, Range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