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Area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area of all faces of a 3D shape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Surface Area?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 = total area of ALL the faces of a 3D shape.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unfolding the shape into a flat net.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area is the area of that net.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measured in squared units (cm², m²) — it's still area!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Area Formulas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Rectangular prism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= 2(lw + lh + 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l, w, h =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= 6s²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side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prism: l = 8 cm, w = 5 cm, h = 3 cm.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= 2(lw + lh + wh)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= 2(8×5 + 8×3 + 5×3)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= 2(40 + 24 + 15) = 2 × 79 = 158 cm²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rectangular prism has 3 pairs of identical faces.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</dc:title>
  <dc:subject>PptxGenJS Presentation</dc:subject>
  <dc:creator>Mr Zocchi</dc:creator>
  <cp:lastModifiedBy>Mr Zocchi</cp:lastModifiedBy>
  <cp:revision>1</cp:revision>
  <dcterms:created xsi:type="dcterms:W3CDTF">2026-03-21T11:58:07Z</dcterms:created>
  <dcterms:modified xsi:type="dcterms:W3CDTF">2026-03-21T11:58:07Z</dcterms:modified>
</cp:coreProperties>
</file>