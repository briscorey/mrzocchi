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Food Chains &amp; Webs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4 · Ecology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914400"/>
            <a:ext cx="91440" cy="32004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Energy Flow in Ecosystems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living things need energy. Energy enters an ecosystem from the Sun. Plants capture it through photosynthesis. When animals eat plants (or other animals), energy passes along a food chain. Energy is lost at each step — mostly as heat.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Parts of a Food Chain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plants/algae. Make their own food using photosynthesis. Always at the START of the food chain. They convert light energy to chemical energy.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Animals that eat other organisms. Primary consumers eat producers (herbivores). Secondary consumers eat primary consumers (carnivores). Tertiary consumers eat secondary consumers.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Decomposers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Bacteria and fungi. Break down dead organisms and waste. Recycle nutrients back into the soil. Essential for ecosystem health.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Food Webs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food web is many food chains linked together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realistic than a single chain — most organisms eat more than one thing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one species is removed, it affects many others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webs show the complexity of ecosystem relationships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Arrows show the direction of energy flow (from prey to predator)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18872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0" y="137160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Loss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about 10% of energy passes to the next level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is lost as heat (respiration), movement, and waste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food chains are rarely longer than 4–5 levels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why there are fewer top predators than producers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pyramid of numbers shows this: wide base (producers), narrow top (predators)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flows: Sun → producers → primary → secondary → tertiary consumers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Producers make food via photosynthesis; consumers eat other organisms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Decomposers recycle nutrients from dead matter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webs = interconnected food chains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 energy passes to next level; 90% lost as heat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Food Chains &amp; Webs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