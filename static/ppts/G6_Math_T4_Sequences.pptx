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Number Sequences &amp; Patterns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4 · Algebra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Patterns in Numbers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sequence is a list of numbers that follows a pattern. The pattern is described by a rule — either a term-to-term rule (how to get from one term to the next) or a position-to-term rule (a formula using the term number). Finding and describing patterns is a key skill in algebra.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Term-to-Term Rules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constant: 3, 7, 11, 15, 19... (add 4)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Subtract: 20, 17, 14, 11... (subtract 3)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Multiply: 2, 6, 18, 54... (multiply by 3)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 difference = what you add/subtract each time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5, 8, 11, 14 → common difference = +3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18872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37160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Position-to-Term Rules (nth term)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formula that gives any term from its position number (n)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Sequence: 4, 7, 10, 13... → rule: 3n + 1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n=1: 3(1)+1=4 ✓, n=2: 3(2)+1=7 ✓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difference = coefficient of 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+1 is found by: first term minus common difference: 4−3=1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the nth Term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Find the common difference (d)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The nth term starts with dn (d × n)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Check what you need to add or subtract to get the first term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5, 9, 13, 17... → d = 4 → try 4n → 4(1) = 4, need +1 → nth term = 4n + 1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4(2)+1 = 9 ✓, 4(3)+1 = 13 ✓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the 50th term: 4(50)+1 = 201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= list of numbers following a pattern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difference = what you add each time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nth term formula: dn + c, where d = common difference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c: first term minus 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formula to find ANY term in the sequence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Number Sequences &amp; Patterns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