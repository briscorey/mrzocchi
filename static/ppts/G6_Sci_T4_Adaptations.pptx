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8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adaptation?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What is an adaptation?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adaptations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Structural adaptations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adaptations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Behavioural adaptations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adaptations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Physiological adaptations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8F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from different biomes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for: Examples from different biomes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will be covered in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Adaptations</dc:title>
  <dc:subject>PptxGenJS Presentation</dc:subject>
  <dc:creator>Mr Zocchi</dc:creator>
  <cp:lastModifiedBy>Mr Zocchi</cp:lastModifiedBy>
  <cp:revision>1</cp:revision>
  <dcterms:created xsi:type="dcterms:W3CDTF">2026-03-21T23:42:03Z</dcterms:created>
  <dcterms:modified xsi:type="dcterms:W3CDTF">2026-03-21T23:42:03Z</dcterms:modified>
</cp:coreProperties>
</file>