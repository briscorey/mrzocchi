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97280" cy="365760"/>
          </a:xfrm>
          <a:prstGeom prst="roundRect">
            <a:avLst>
              <a:gd name="adj" fmla="val 25000"/>
            </a:avLst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ZOCCHI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Proportion Problems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Learning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1430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learning to simplify ratios, share quantities, work with direct proportion, and use scale drawings.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783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7373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Concept: Relationships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377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3317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Context: Globalisation and Sustainability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320040" cy="320040"/>
          </a:xfrm>
          <a:prstGeom prst="ellipse">
            <a:avLst/>
          </a:prstGeom>
          <a:solidFill>
            <a:srgbClr val="E5E2D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971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9260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"Understanding proportional relationships helps us compare, scale, and distribute quantities fairly."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Ratio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comparison of two quantities using a colon. e.g. 3:5 means '3 to 5'.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Simplify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化简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both parts of a ratio by their HCF. e.g. 12:8 = 3:2.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Equivalent Ratio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等值比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Ratios with the same value. 2:3 = 4:6 = 6:9 (multiply both parts by the same number).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Proportion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statement that two ratios are equal. Also: a part expressed as a fraction of the whole.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 Proportion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正比例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one quantity increases, the other increases at the same rate. y = kx.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Constant of Proportionality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比例常数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fixed multiplier k in y = kx. Found by dividing y by x.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Simplify the ratio 20:12.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5:3 — divide both by HCF (4).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Share £45 in the ratio 2:7.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parts = 9. One part = £5. So £10 and £35.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5 books cost $30. How much do 8 books cost?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$48 — unit cost = $6, then 8 × $6 = $48.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y is directly proportional to x. When x=4, y=20. Find k.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y/x = 20/4 = 5. So y = 5x.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Practising!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Self-Quiz on mrzocchi.com to test yourself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Proportion Problems</dc:title>
  <dc:subject>PptxGenJS Presentation</dc:subject>
  <dc:creator>Mr Zocchi — mrzocchi.com</dc:creator>
  <cp:lastModifiedBy>Mr Zocchi — mrzocchi.com</cp:lastModifiedBy>
  <cp:revision>1</cp:revision>
  <dcterms:created xsi:type="dcterms:W3CDTF">2026-03-22T06:54:47Z</dcterms:created>
  <dcterms:modified xsi:type="dcterms:W3CDTF">2026-03-22T06:54:47Z</dcterms:modified>
</cp:coreProperties>
</file>