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Continental Drift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3 · Earth Science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Wegener's Big Idea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1912, Alfred Wegener proposed that all continents were once joined in a supercontinent called Pangaea. Over millions of years, they drifted apart to their current positions. His theory was initially rejected because he could not explain HOW continents moved.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 for Continental Drift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Jigsaw fit: South America and Africa's coastlines match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fossils: same fossils found on continents now separated by oceans (e.g. Mesosaurus, Glossopteris)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rock types: identical rock formations on opposite sides of the Atlantic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Glacial evidence: scratch marks from glaciers found in places now near the equator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fossils: tropical plant fossils found in Antarctica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Was Wegener Rejected?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had no mechanism to explain HOW continents moved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scientists believed continents were fixed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was a meteorologist, not a geologist — some dismissed his ideas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took until the 1960s for plate tectonics theory to be accepted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of sea-floor spreading finally provided the mechanism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Pangaea to Today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~300 million years ago: all land joined as Pangaea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~200 million years ago: Pangaea split into Laurasia (north) and Gondwana (south)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 million years ago: Atlantic Ocean forming as continents separate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continents still moving at 2–5 cm per year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in ~250 million years, continents may rejoin as 'Pangaea Ultima'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Wegener proposed Pangaea — all continents once joined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jigsaw fit, matching fossils, matching rocks, glacial scratches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because no mechanism for HOW continents moved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Sea-floor spreading (1960s) confirmed the mechanism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Continents still moving at ~2–5 cm per year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Continental Drift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