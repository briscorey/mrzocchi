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letters with numbers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2A9D8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formula to convert Celsius to Fahrenheit is F = 1.8C + 32. It's 28°C in Nanjing today. What's that in Fahrenheit?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means replacing a variable with a given number, then calculating.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replace C with?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order do you do the operations?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it's −5°C in Nanjing winter?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Substitution?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variable with a given number.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= 3, then 2x + 1 = 2(3) + 1 = 7.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BRACKETS when substituting.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BIDMAS after substituting.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2x with x=3 means 2×3=6, NOT '23'.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Example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Expression: 3x² + 2x − 1, where x = 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Replace x → 3(4)² + 2(4) − 1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Powers first → 3(16) + 2(4) − 1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Multiply → 48 + 8 − 1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Add/Subtract → 55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→ Substitution → BIDMAS → Answer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Out: Negatives!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(−3)² = 9, not −9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(−4) = −8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5 − (−3) = 5 + 3 = 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Formulas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Nanjing summer: F = 1.8(28)+32 = 82.4°F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Nanjing winter: F = 1.8(−5)+32 = 23°F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summer: F = 1.8(35)+32 = 95°F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Substituting into Formulas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of triangle: A = ½bh. If b=6, h=4 → A=12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s = d÷t. Nanjing–Shanghai: 300÷1.5 = 200 km/h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of rectangle: P = 2(l+w). NIS field: 2(100+64) = 328 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 working: Formula → Sub → Answer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into Expressions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Corbettmaths  •  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— The Basics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4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Expressions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Antics  •  7 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Substitution</dc:title>
  <dc:subject>PptxGenJS Presentation</dc:subject>
  <dc:creator>Mr Zocchi</dc:creator>
  <cp:lastModifiedBy>Mr Zocchi</cp:lastModifiedBy>
  <cp:revision>1</cp:revision>
  <dcterms:created xsi:type="dcterms:W3CDTF">2026-03-23T07:47:18Z</dcterms:created>
  <dcterms:modified xsi:type="dcterms:W3CDTF">2026-03-23T07:47:18Z</dcterms:modified>
</cp:coreProperties>
</file>