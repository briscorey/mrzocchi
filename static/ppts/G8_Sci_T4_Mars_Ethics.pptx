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of Colonisation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4 · Interdisciplinary — Mars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arguments for and against Mars colonisation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ethical issues of planetary settlement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and justify a personal opinion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Ethical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Planetary protection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keep Mars pristine for scientific study?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money better spent solving poverty and climate change?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would govern a Mars colony? What laws apply?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contamination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microbes could destroy potential Martian life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Inequality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only wealthy nations and individuals benefit?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We Colonise Mars?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FOR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Backup for humanity if Earth becomes uninhabitable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Scientific discoveries about life and planet 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Technological innovation benefits life on Earth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Natural human drive to explore and expand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Could access new resources and minerals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AGAINST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Enormous cost — could solve problems on Earth instead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Risk of contaminating Mars with Earth organisms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Should we fix Earth before settling elsewhere?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Who owns Mars? Who makes the rules?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Potential harm to any existing Martian life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 伦理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of right and wrong decisions.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Colonisation  殖民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Establishing a permanent settlement in a new place.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Planetary Protection  行星保护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contamination between Earth and other planets.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 可持续性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needs without harming future generations.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 治理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of rules and decision-making.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  污染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harmful substances or organisms.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discover microscopic life on Mars, should we stop all plans for colonisation?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valuable is alien life scientifically?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Could we protect it while still settling?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if it's just bacteria?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Give two arguments for Mars colonisation.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Backup for humanity, scientific discoveries, technological innovation (any two).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Give two arguments against.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Cost, contamination risk, should fix Earth first, governance issues (any two).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planetary protection?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Preventing contamination between Earth and other worlds.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might colonisation create inequality?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Only wealthy nations and individuals would likely afford to participate.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for: backup plan, science, technology, exploration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against: cost, contamination, Earth problems, governance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Planetary protection aims to prevent biological contamination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ethical issues: who decides, who benefits, who pays?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simple answer — requires careful consideration of all perspectives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of Colonisation</dc:title>
  <dc:subject>PptxGenJS Presentation</dc:subject>
  <dc:creator>Mr Zocchi</dc:creator>
  <cp:lastModifiedBy>Mr Zocchi</cp:lastModifiedBy>
  <cp:revision>1</cp:revision>
  <dcterms:created xsi:type="dcterms:W3CDTF">2026-03-24T11:35:32Z</dcterms:created>
  <dcterms:modified xsi:type="dcterms:W3CDTF">2026-03-24T11:35:32Z</dcterms:modified>
</cp:coreProperties>
</file>