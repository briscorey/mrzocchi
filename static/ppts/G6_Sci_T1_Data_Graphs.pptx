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0"/>
            <a:ext cx="7772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 &amp; Graphs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56032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6 Science · Mr Zocchi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31520" y="3474720"/>
            <a:ext cx="2011680" cy="411480"/>
          </a:xfrm>
          <a:prstGeom prst="roundRect">
            <a:avLst>
              <a:gd name="adj" fmla="val 17778"/>
            </a:avLst>
          </a:prstGeom>
          <a:solidFill>
            <a:srgbClr val="2A9D8F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347472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 1 · Scientific Skills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0" y="470916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6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1371600" y="914400"/>
            <a:ext cx="640080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371600" y="914400"/>
            <a:ext cx="91440" cy="320040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6" name="Text 4"/>
          <p:cNvSpPr/>
          <p:nvPr/>
        </p:nvSpPr>
        <p:spPr>
          <a:xfrm>
            <a:off x="1828800" y="1097280"/>
            <a:ext cx="5669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Presenting Data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828800" y="1828800"/>
            <a:ext cx="566928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collecting data in an experiment, scientists organise it into tables and graphs. Good graphs make patterns visible at a glance. Choosing the right type of graph depends on what kind of data you have collected.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0" y="470916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6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Types of Graphs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256032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256032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3258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 Chart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94360" y="173736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categoric data (names/groups). Example: favourite colours in a class. Bars don't touch. Each bar represents a different category.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91840" y="1188720"/>
            <a:ext cx="256032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91840" y="1188720"/>
            <a:ext cx="256032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11" name="Text 9"/>
          <p:cNvSpPr/>
          <p:nvPr/>
        </p:nvSpPr>
        <p:spPr>
          <a:xfrm>
            <a:off x="3429000" y="13258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 Graph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429000" y="173736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continuous data (numbers that change over time). Example: temperature over 24 hours. Points are connected with straight lines. Shows trends and patterns.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126480" y="1188720"/>
            <a:ext cx="256032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126480" y="1188720"/>
            <a:ext cx="256032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15" name="Text 13"/>
          <p:cNvSpPr/>
          <p:nvPr/>
        </p:nvSpPr>
        <p:spPr>
          <a:xfrm>
            <a:off x="6263640" y="13258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Pie Chart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263640" y="173736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Shows proportions of a whole. Example: percentage of each gas in air. All segments add up to 100%. Best for 3–6 categories.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0" y="470916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6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Drawing a Good Graph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384048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Title: describes what the graph shows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X-axis: independent variable (what you changed)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Y-axis: dependent variable (what you measured)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 both axes with name AND unit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a sensible scale — use most of the graph paper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Plot points accurately with a small cross (×)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a line of best fit or connect the points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846320" y="1188720"/>
            <a:ext cx="3840480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846320" y="1188720"/>
            <a:ext cx="384048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8" name="Text 6"/>
          <p:cNvSpPr/>
          <p:nvPr/>
        </p:nvSpPr>
        <p:spPr>
          <a:xfrm>
            <a:off x="5120640" y="1371600"/>
            <a:ext cx="329184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Tables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variable in the FIRST column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Dependent variable in subsequent columns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 units in the header row, not in every cell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all measurements — don't leave blanks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Calculate averages if you have repeats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Anomalies (outliers) should be circled and noted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0" y="470916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6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Interpreting Graphs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the overall pattern or trend first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'As temperature increases, the rate of reaction increases'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specific data points to support your description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any anomalies — points that don't fit the pattern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Suggest reasons for anomalies: measurement error, contamination, or a genuine effect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conclusion links the pattern back to your hypothesis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E9C46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57200"/>
            <a:ext cx="7772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Takeaways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731520" y="1463040"/>
            <a:ext cx="77724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 charts for categories, line graphs for continuous data, pie charts for proportions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 axes with variable name AND unit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variable on x-axis, dependent on y-axis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trends using data from the graph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Anomalies are data points that don't fit the pattern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1520" y="457200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 &amp; Graphs</dc:title>
  <dc:subject>PptxGenJS Presentation</dc:subject>
  <dc:creator>Mr Zocchi</dc:creator>
  <cp:lastModifiedBy>Mr Zocchi</cp:lastModifiedBy>
  <cp:revision>1</cp:revision>
  <dcterms:created xsi:type="dcterms:W3CDTF">2026-03-23T04:01:17Z</dcterms:created>
  <dcterms:modified xsi:type="dcterms:W3CDTF">2026-03-23T04:01:17Z</dcterms:modified>
</cp:coreProperties>
</file>