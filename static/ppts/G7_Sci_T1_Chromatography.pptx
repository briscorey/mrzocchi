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7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Chromatography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1 · Forensic Science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what chromatography is and how it works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roles of the mobile and stationary phases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 a chromatogram to identify substances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1520" y="420624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31596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3159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63040" y="42519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Rf values from chromatography results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Chromatography?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A technique for separating mixtures of dissolved substances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Used to identify unknown substances by comparing patterns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9718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Based on how substances travel at different speeds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749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Different substances have different attractions to the paper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526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Name comes from Greek: chroma (colour) + graphein (to write)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Paper Chromatography Works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0352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303520" cy="50292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Setup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1031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Draw a pencil line near the bottom of paper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Place a spot of the mixture on the line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Dip paper into solvent (not touching the spot)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3886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Solvent rises up the paper by capillary action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1371600"/>
            <a:ext cx="530352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9050">
            <a:solidFill>
              <a:srgbClr val="E9C46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371600"/>
            <a:ext cx="5303520" cy="50292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0" y="13716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83680" y="21031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Solvent (mobile phase) carries substances up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0" y="26974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Paper (stationary phase) holds substances back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0" y="32918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More soluble substances travel further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0" y="3886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Less soluble substances stay near the 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44805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Different substances separate into bands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Chromatography  色谱法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Separating dissolved substances based on how they travel.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Phase  流动相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solvent that moves up the paper.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Stationary Phase  固定相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 that stays still.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Value  比移值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substance moved ÷ distance solvent moved.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Chromatogram  色谱图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 showing separated substances after the experiment.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Solvent Front  溶剂前沿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furthest point the solvent reaches.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✏️ Calculating Rf Values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914400"/>
          </a:xfrm>
          <a:prstGeom prst="roundRect">
            <a:avLst>
              <a:gd name="adj" fmla="val 12000"/>
            </a:avLst>
          </a:prstGeom>
          <a:solidFill>
            <a:srgbClr val="FFF8E7"/>
          </a:solidFill>
          <a:ln w="19050">
            <a:solidFill>
              <a:srgbClr val="E9C46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1732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substance moved 4.2 cm. The solvent front moved 7.0 cm. What is the Rf value?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6517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0160" y="2606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= distance moved by substance ÷ distance moved by solvent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3375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337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32918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= 4.2 ÷ 7.0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0233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023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80160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= 0.60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47091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709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80160" y="4663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values are always between 0 and 1 (no units)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What does chromatography separate?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Mixtures of dissolved substances based on their solubility.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What are the mobile and stationary phases in paper chromatography?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Mobile: the solvent. Stationary: the paper.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Why do different substances travel different distances?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They have different solubilities — more soluble ones travel further.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A spot moves 3 cm and the solvent moves 6 cm. What is the Rf?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Rf = 3 ÷ 6 = 0.50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Chromatography separates dissolved mixtures based on solubility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phase (solvent) carries substances; stationary phase (paper) holds them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soluble substances travel further up the paper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value = distance of substance ÷ distance of solvent (always 0-1)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in forensics to match inks, dyes, and unknown substances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Chromatography</dc:title>
  <dc:subject>PptxGenJS Presentation</dc:subject>
  <dc:creator>Mr Zocchi</dc:creator>
  <cp:lastModifiedBy>Mr Zocchi</cp:lastModifiedBy>
  <cp:revision>1</cp:revision>
  <dcterms:created xsi:type="dcterms:W3CDTF">2026-03-24T11:30:52Z</dcterms:created>
  <dcterms:modified xsi:type="dcterms:W3CDTF">2026-03-24T11:30:52Z</dcterms:modified>
</cp:coreProperties>
</file>