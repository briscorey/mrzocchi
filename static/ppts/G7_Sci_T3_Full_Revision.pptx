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Physics — Full Revision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3 · Physics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all forces, speed, and pressure concepts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calculations for speed, weight, and pressure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knowledge to exam-style problems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Overview: Forces, Motion &amp; Pressure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formulas: W=mg, S=D/T, P=F/A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Types of Forces — contact vs non-contact, gravity, friction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Balanced &amp; Unbalanced — resultant force, Newton's First Law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Friction &amp; Drag — useful vs unwanted, streamlining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Speed Calculations — S=D/T, distance-time graphs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Pressure — P=F/A, area effects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Formula Summary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= mass × g  (g = 10 N/kg on Earth)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= Distance ÷ Time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Force ÷ Area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Resultant Force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direction: add. Opposite: subtract.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A 45 kg student on Earth. What is their weight? (g = 10 N/kg)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 = 45 × 10 = 450 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Speed of a car travelling 150 m in 10 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 = 150 ÷ 10 = 15 m/s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1200 N force on 4 m². Pressure?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 = 1200 ÷ 4 = 300 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7000 N drive force, 4000 N friction. Resultant?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7000 − 4000 = 3000 N forward. Unbalanced — car accelerates.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= mass × g (Newtons, not kg!)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= Distance ÷ Time (m/s or km/h)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÷ Area (Pascals)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forces → no change in motion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Unbalanced forces → acceleration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📚 Physics — Full Revision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