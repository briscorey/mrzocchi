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 &amp; Webs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Ecology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flow of energy from one organism to another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start with a PRODUCER (plant) that makes food from sunlight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flows: Producer → Primary consumer → Secondary consumer → Tertiary consumer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show the direction of energy transfer (→ means 'is eaten by')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lost at each level (as heat from movement/respiration)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Trophic Levels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Producer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Makes own food via photosynthesis (plants, algae)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Primary consumer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Herbivore — eats plants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Secondary consumer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Carnivore/omnivore — eats primary consumers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Tertiary consumer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Top predator — eats secondary consumers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Decomposer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Breaks down dead organisms, recycles nutrients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Predator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Hunts and eats other animals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9184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29184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375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Prey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Animals that are hunted and eaten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 show energy flow: producer → consumers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decreases at each level (lost as heat)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show interconnected food chains in an ecosystem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species is removed, it affects the whole web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Chains &amp; Webs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