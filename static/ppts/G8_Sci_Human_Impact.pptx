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Impact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Ecosystems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change the natural world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9C46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Nanjing's air quality has improved dramatically since 2015. What changed — and was it enough?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invested billions in air pollution controls. But ecosystems are still under pressure.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human activities damage ecosystems?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damage be reversed? How long does it take?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school or city doing about it?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Impacts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— removes habitats and carbon sinks.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— contaminates water, air, soil.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Overfishing — depletes populations (Yangtze River crisis).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— alters temperatures globally.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Urbanisation — Nanjing's expansion into surrounding farmland.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Impact by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38400" cy="292608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at Risk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human activity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2800" y="1280160"/>
            <a:ext cx="2438400" cy="292608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2800" y="146304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5280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Lost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5680" y="3291840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civilisation began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280160"/>
            <a:ext cx="2438400" cy="292608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65520" y="146304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1.1°C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06552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3291840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1900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Biodiversity Loss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= variety of species in an ecosystem.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biodiversity = more stable ecosystem.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causing the 6th mass extinction.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Yangtze River: Chinese paddlefish (declared extinct 2022), baiji dolphin (functionally extinct).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Demilitarised Zone: accidentally became a biodiversity hotspot.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Be Done?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giant panda: ~1,100 → ~1,800 through conservation.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Yangtze fishing ban (2021–2031).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Korea's DMZ Peace Park proposals.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Germany's Energiewende (energy transition).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China: world's largest solar panel producer.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Korea: Green New Deal investments.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46% renewable electricity.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choices: reduce, reuse, recycle.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Connections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Nanjing: Zhongshan forest (紫金山) — vital urban green space.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Yangtze River protection laws reducing pollution.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Korea: Saemangeum tidal flat restoration debate.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Germany: Black Forest (Schwarzwald) acid rain recovery — a success story.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Nanjing's Purple Mountain (紫金山) supports over 2,000 plant species.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8412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Too Late to Stop Climate Change?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Kurzgesagt  •  10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12848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12848"/>
            <a:ext cx="64008" cy="8412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Impact on Biodiversity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64008" cy="8412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2644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Fix Climate Change?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6484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Kurzgesagt  •  10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69664"/>
            <a:ext cx="64008" cy="84124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88720" y="4242816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— Causes, Effects, Solutions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62686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Geographic  •  4 min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Impact on Ecosystems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