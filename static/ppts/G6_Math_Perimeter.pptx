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Perimeter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the distance around a shape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2A9D8F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ancient Nanjing City Wall is ~35 km long. How would you measure the distance around an irregular shape like that?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one of the longest surviving city walls in the world.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'distance around' actually mean?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is measuring around a circle different from a rectangle?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real-world problems need you to know the distance around something?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Perimeter?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= total distance around the outside of a 2D shape.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up ALL the side lengths.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Units: cm, m, km.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walking around the edge of a shape.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comes from Greek: 'peri' (around) + 'metron' (measure).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Perimeter Formulas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621280"/>
                <a:gridCol w="2621280"/>
                <a:gridCol w="2621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4 × side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Side = 5 cm → P = 20 cm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Rectangle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2(l + w)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8×3 → P = 22 cm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Triangle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a + b + 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3+4+5 = 12 cm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Regular polygon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= n × side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Hexagon, s=4 → P = 24 cm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Missing Sides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know perimeter and some sides, use subtraction.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Rectangle P = 26 cm, length = 8 cm. Find width.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2(8 + w) = 26 → 8 + w = 13 → w = 5 cm.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check: does your answer make sense?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mistake: forgetting there are TWO of each side in a rectangle.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Real-World Perimeter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Nanjing City Wall (明城墙) — measuring the perimeter of the old city.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DMZ between North and South Korea — a 250 km border fence.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Fencing the Berlin Wall perimeter (155 km through Berlin).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track at NIS — one lap = the perimeter of the oval.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Perimeter?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Antics  •  8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of Shapes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4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Missing Sides Using Perimeter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Corbettmaths  •  5 min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Perimeter</dc:title>
  <dc:subject>PptxGenJS Presentation</dc:subject>
  <dc:creator>Mr Zocchi</dc:creator>
  <cp:lastModifiedBy>Mr Zocchi</cp:lastModifiedBy>
  <cp:revision>1</cp:revision>
  <dcterms:created xsi:type="dcterms:W3CDTF">2026-03-23T05:29:31Z</dcterms:created>
  <dcterms:modified xsi:type="dcterms:W3CDTF">2026-03-23T05:29:31Z</dcterms:modified>
</cp:coreProperties>
</file>