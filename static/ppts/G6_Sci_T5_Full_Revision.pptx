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Science — Full Revision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Term 5 Review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 &amp; Earth-Moon-Sun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planets: 4 inner (rocky) + 4 outer (gas giants)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Sun (1 year), Moon orbits Earth (~28 days)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phases from changing angle of reflected sunlight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is a satellite — reflects light, doesn't make its own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Seasons, Day &amp; Night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caused by Earth's 23.5° axial tilt (NOT distance from Sun)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Day/night caused by Earth rotating every 24 hours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Summer: hemisphere tilts toward Sun, longer days, more direct light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 exist because Earth rotates and places face Sun at different times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system: 8 planets orbiting the Sun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 tilt → seasons; rotation → day/night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exploration: telescopes, satellites, probes, rovers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milestones: Sputnik, Moon landing, ISS, Mars rovers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Science — Full Revision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