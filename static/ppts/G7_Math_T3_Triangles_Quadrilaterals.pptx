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Triangles &amp; Quadrilaterals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angle properties, classifying triangles and quadrilaterals, and performing transformations (reflection, rotation, translation).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Personal and Cultural Expression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form and properties of shapes allow us to describe and transform the space around us."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Acute Angle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锐角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angle less than 90°.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Obtuse Angle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钝角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angle between 90° and 180°.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 Angle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angle greater than 180° but less than 360°.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Vertically Opposite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对顶角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formed where two lines cross. They are always equal.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Alternate Angles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内错角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Z-shaped angles between parallel lines. They are equal.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Co-interior Angles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同旁内角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C-shaped angles between parallel lines. They add to 180°.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Angles on a straight line add up to...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Angles around a point add up to...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Angles in a triangle add up to...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Angles in a quadrilateral add up to...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— it splits into 2 triangles (2 × 180°).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Triangles &amp; Quadrilaterals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