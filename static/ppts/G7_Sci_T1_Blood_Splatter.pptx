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Splatter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apply scientific techniques — fingerprinting, chromatography, fibre analysis, and blood splatter patterns — to investigate and solve crimes.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Evidence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Fairness and Development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"Careful collection and analysis of evidence allows us to establish patterns and draw fair conclusions."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Science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法医科学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scientific methods to investigate and solve crimes.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 Scene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犯罪现场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where a crime took place. Must be preserved to protect evidence.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Contamination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污染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evidence is altered or destroyed by contact with other materials.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Fingerprint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pattern of ridges on fingertips. Three types: loop, whorl, arch.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Chromatography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色谱法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mixtures of dyes/inks based on how far they travel on paper.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Fibre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纤维分析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fibres under a microscope to match them to clothing or materials.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Locard's Exchange Principle?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'Every contact leaves a trace.' When two objects touch, material is always transferred between them.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the three main fingerprint patterns.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(most common ~60%), whorl (~35%), arch (~5%).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Why must a crime scene be sealed off?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contamination — any new material introduced could destroy or alter evidence.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How does chromatography separate inks?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dyes have different solubilities, so they travel at different speeds through the paper, separating into distinct spots.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Splatter Analysis</dc:title>
  <dc:subject>PptxGenJS Presentation</dc:subject>
  <dc:creator>Mr Zocchi — mrzocchi.com</dc:creator>
  <cp:lastModifiedBy>Mr Zocchi — mrzocchi.com</cp:lastModifiedBy>
  <cp:revision>1</cp:revision>
  <dcterms:created xsi:type="dcterms:W3CDTF">2026-03-22T06:54:46Z</dcterms:created>
  <dcterms:modified xsi:type="dcterms:W3CDTF">2026-03-22T06:54:46Z</dcterms:modified>
</cp:coreProperties>
</file>