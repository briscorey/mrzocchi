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Evaporation &amp; Distillation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Chemistry — Separation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how evaporation separates a dissolved solid from solution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simple distillation and its purpose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evaporation and distillation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when each method should be used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Evaporation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Evaporation recovers the dissolved solid by boiling off the liquid.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Separates a dissolved solid (solute) from a solution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Heat the solution until the water evaporates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solid remains as crystals in the evaporating dish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Only collects the solid — the water is lost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Example: getting salt from salt water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 Distillation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Distillation collects the pure liquid — evaporation does not.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Separates a liquid from a solution AND collects the liquid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Solution is heated — liquid evaporates and rises as steam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Steam travels through a condenser where it cools back to liquid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Condensed liquid (distillate) is collected in a separate flask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Recovers BOTH the solid AND the liquid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Evaporation vs Distillation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Evaporation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Recovers the solid only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Liquid is lost to the 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Simpler equipment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Faster for just getting the solid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Example: making salt crystals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Recovers both solid AND liquid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Liquid is condensed and collected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Needs a condenser (cold water jacket)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Used when you want the pure liquid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Example: purifying water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Evaporation  蒸发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turns to gas at the surface, leaving solid behind.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Distillation  蒸馏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Evaporation + condensation to collect the pure liquid.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Condensation  冷凝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cooling back into a liquid.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Condenser  冷凝器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that cools steam back into liquid.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Distillate  蒸馏液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pure liquid collected after distillation.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Crystals  晶体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with a regular, repeating structure.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does evaporation separate salt from water?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Heat the solution — water evaporates, salt crystals remain.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What is the purpose of the condenser in distillation?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Cools the steam back into liquid so it can be collected.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When would you use distillation instead of evaporation?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When you want to collect the pure liquid as well as the solid.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a distillate?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pure liquid collected after distillation.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Evaporation: heat solution, water escapes, solid remains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Distillation: evaporate + condense to collect both solid and liquid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Condenser cools steam back into liquid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evaporation to get the solid; distillation to get both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Distillation produces pure water (distillate)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Evaporation &amp; Distillation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