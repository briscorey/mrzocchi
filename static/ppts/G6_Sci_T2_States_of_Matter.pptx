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States of Matter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2 · Chemistry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States of Matter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shape, fixed volume. Particles in regular arrangement, vibrating. Cannot be compressed. Examples: ice, wood, iron.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fixed shape, fixed volume. Takes shape of container. Can flow. Difficult to compress. Examples: water, milk, oil.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fixed shape, no fixed volume. Fills entire container. Easy to compress. Very low density. Examples: oxygen, steam, carbon dioxide.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Comparing the States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 have the strongest forces between particles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Liquids have moderate forces — enough to stay together but not enough for a fixed shape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Gases have very weak forces — particles escape easily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Density: solid &gt; liquid &gt; gas (usually)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Exception: ice is LESS dense than water — that's why ice floats!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Properties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Compressibility: only gases can be compressed easily (large spaces between particles)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Flow: liquids and gases can flow; solids cannot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Shape: only solids hold their shape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Volume: solids and liquids have fixed volume; gases expand to fill space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Diffusion: fastest in gases, slower in liquids, doesn't occur in solids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Density and the Particle Model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= how much mass is packed into a given volume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= mass ÷ volume (g/cm³ or kg/m³)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 are usually the densest — particles tightly packed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Gases are least dense — particles far apart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is unusual: ice (solid) is LESS dense than liquid water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because ice particles form a crystal structure with gaps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ice floats — and why ponds freeze from the top down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states: solid (fixed shape + volume), liquid (fixed volume), gas (fills container)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between particles: solid strongest, gas weakest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= mass ÷ volume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 usually densest, gases least dense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floats because it is less dense than liquid water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States of Matter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