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&amp; Number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1 · Number Sense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Understanding Place Value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digit in a number has a value determined by its position. In the number 4,527: the 4 represents 4,000 (four thousands), the 5 represents 500 (five hundreds), the 2 represents 20 (two tens), and the 7 represents 7 (seven ones). Understanding place value is the foundation of all number work.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 Chart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Millions, Hundred-thousands, Ten-thousands, Thousands, Hundreds, Tens, 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3,805,214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millions, 8 hundred-thousands, 0 ten-thousands, 5 thousands, 2 hundreds, 1 ten, 4 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Decimals extend right: tenths, hundredths, thousandths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6.35 = 6 ones, 3 tenths, 5 hundredths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Large Numbers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commas to separate groups of three digits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4,500,000 = 'four million, five hundred thousand'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left to right, group by group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form: 4.5 × 10⁶ (for very large numbers)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Comparing: look at the leftmost digit first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Ordering and Comparing Numbers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&lt; (less than), &gt; (greater than), = (equal to)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digits from left to right, starting with the highest place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5,432 vs 5,438 — same until the ones place: 2 &lt; 8, so 5,432 &lt; 5,438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decimals: 0.35 vs 0.4 — write as 0.35 vs 0.40, compare tenths: 3 &lt; 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number line, numbers increase to the right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digit's value depends on its position (place value)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separate groups of three digits in large numbers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numbers from left to right, highest place value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Decimals: tenths, hundredths, thousandths extend right of the decimal point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&lt;, &gt;, = to compare and order numbers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Place Value &amp; Number Systems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