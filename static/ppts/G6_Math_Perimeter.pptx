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around a shape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Perimeter?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total distance around the outside of a 2D shape.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find it by adding up all the side lengths.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is measured in length units: cm, m, km.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one-dimensional measurement — a distance.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 Formulas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Rectangle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2(l + 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= length, w = 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4s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= side 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a + b +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c = side lengths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= 2πr or C = πd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radius, d = diameter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perimeter of a rectangle: length 12 cm, width 5 cm.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2(l + w)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2(12 + 5)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 × 17 = 34 cm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include units in your answer!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 Missing Side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the perimeter, you can work backwards.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Rectangle, P = 36 cm, length = 11 cm. Find width.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= 2(11 + w) → 18 = 11 + w → w = 7 cm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solving an equation — algebra helps with measurement!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Perimeter</dc:title>
  <dc:subject>PptxGenJS Presentation</dc:subject>
  <dc:creator>Mr Zocchi</dc:creator>
  <cp:lastModifiedBy>Mr Zocchi</cp:lastModifiedBy>
  <cp:revision>1</cp:revision>
  <dcterms:created xsi:type="dcterms:W3CDTF">2026-03-21T11:58:07Z</dcterms:created>
  <dcterms:modified xsi:type="dcterms:W3CDTF">2026-03-21T11:58:07Z</dcterms:modified>
</cp:coreProperties>
</file>