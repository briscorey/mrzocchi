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Impact on Ecosystems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our actions affect the natural world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Trophic Cascades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humans remove or add species, effects cascade through the food web.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called a trophic cascade.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Wolves removed from Yellowstone (1920s) →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exploded → overgrazed vegetation → erosion → habitat loss.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Wolves reintroduced (1995) → elk decreased → vegetation recovered → rivers stabilised.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Threats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Deforestation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Cutting forests; destroys habitats, reduces biodiversity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Contamination of air, water, or soil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Overfishing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fish faster than they reproduce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species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Non-native organisms that outcompete locals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shifts in temperature and weather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Concept: Systems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is a SYSTEM — every part is connected.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one component affects the entire system.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can be difficult to predict.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requires understanding these connections.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predator might seem harmless — but it can change everything.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Impact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