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280160"/>
            <a:ext cx="7772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Negative Numbers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274320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G6 Maths · Number Sense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43891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 · mrzocchi.com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Understanding Negatives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804672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Numbers below zero are negative (e.g., -3, -10, -0.5)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for: temperature below freezing, debt, below sea level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 number line: negatives are to the LEFT of zero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Closer to zero = larger (so -2 &gt; -5 because -2 is closer to zero)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is neither positive nor negative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B9690"/>
                </a:solidFill>
              </a:rPr>
              <a:t>mrzocchi.com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Calculating with Negatives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804672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a negative = moving LEFT on number line: 5 + (-3) = 2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Subtracting a negative = moving RIGHT: 5 - (-3) = 5 + 3 = 8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negatives together make a positive: - - = +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Multiplying: same signs → positive; different signs → negative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(+)(+) = +, (−)(−) = +, (+)(−) = −, (−)(+) = −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B9690"/>
                </a:solidFill>
              </a:rPr>
              <a:t>mrzocchi.com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 &gt; -5 because -2 is closer to zero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a negative = subtracting; subtracting a negative = adding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signs multiply to positive; different signs to negative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 line: negatives go left, positives go right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660"/>
                </a:solidFill>
              </a:rPr>
              <a:t>mrzocchi.com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Negative Numbers</dc:title>
  <dc:subject>PptxGenJS Presentation</dc:subject>
  <dc:creator>Mr Zocchi</dc:creator>
  <cp:lastModifiedBy>Mr Zocchi</cp:lastModifiedBy>
  <cp:revision>1</cp:revision>
  <dcterms:created xsi:type="dcterms:W3CDTF">2026-03-23T03:58:41Z</dcterms:created>
  <dcterms:modified xsi:type="dcterms:W3CDTF">2026-03-23T03:58:41Z</dcterms:modified>
</cp:coreProperties>
</file>