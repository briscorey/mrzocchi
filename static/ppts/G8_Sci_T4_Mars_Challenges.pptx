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8 SCIENCE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Challenges of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Living on Mars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Radiation, atmosphere, food, water, psychology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4206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Zocchi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D35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0" y="182880"/>
            <a:ext cx="2286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0" b="1" dirty="0">
                <a:solidFill>
                  <a:srgbClr val="E9C46A">
                    <a:alpha val="8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160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INQUIRY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1005840"/>
            <a:ext cx="6858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Astronauts on the ISS exercise 2 hours EVERY DAY to stop their muscles and bones weakening in microgravity. Mars has only 38% gravity. What happens to the human body?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256032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human body evolved for Earth's conditions. Mars is a completely different environment.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200400"/>
            <a:ext cx="7315200" cy="1645920"/>
          </a:xfrm>
          <a:prstGeom prst="rect">
            <a:avLst/>
          </a:prstGeom>
          <a:solidFill>
            <a:srgbClr val="243660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2461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— Pair — Share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3566160"/>
            <a:ext cx="6949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5E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systems in the body would be affected?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5E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could you protect against radiation without Earth's magnetic field?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5E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you eat? There's no soil.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95528"/>
            <a:ext cx="9144000" cy="27432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14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Five Deadly Challenges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78638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RADIATION: No magnetic field. Solar and cosmic radiation reaches the surface.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ATMOSPHERE: 95% CO2 — unbreathable. Pressure is 1% of Earth.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TEMPERATURE: Average -60°C, drops to -120°C at poles.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GRAVITY: 38% of Earth. Causes bone loss, muscle atrophy, fluid shifts.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PSYCHOLOGY: 6-9 month journey. Total isolation. Communication delay: 4-24 minutes.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95528"/>
            <a:ext cx="9144000" cy="27432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14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Solutions Being Developed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78638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Radiation: underground habitats or water-shielded walls.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Atmosphere: MOXIE (NASA) already produced oxygen from CO2 on Mars.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Temperature: insulated habitats, nuclear power, heated suits.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Gravity: exercise protocols, possibly rotating habitats.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Psychology: careful crew selection, communication protocols, VR Earth environments.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4114800"/>
            <a:ext cx="7863840" cy="731520"/>
          </a:xfrm>
          <a:prstGeom prst="rect">
            <a:avLst/>
          </a:prstGeom>
          <a:solidFill>
            <a:srgbClr val="E8F5F3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4114800"/>
            <a:ext cx="64008" cy="73152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4160520"/>
            <a:ext cx="7406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China's Tiangong station tests many of these solutions in low Earth orbit.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95528"/>
            <a:ext cx="9144000" cy="27432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14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Recommended Videos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8686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these on YouTube to learn more.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82296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34440"/>
            <a:ext cx="64008" cy="105156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88720" y="1307592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Happen to Your Body on Mars?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169164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TED-Ed  •  5 min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423160"/>
            <a:ext cx="82296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423160"/>
            <a:ext cx="64008" cy="105156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514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188720" y="2496312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MOXIE: Making Oxygen on Mars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88720" y="288036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NASA JPL  •  3 min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611880"/>
            <a:ext cx="82296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611880"/>
            <a:ext cx="64008" cy="105156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703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188720" y="3685032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Psychological Challenge of Mars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88720" y="406908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Engineering  •  12 min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 &amp; Practise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25603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Challenges of Living on Mars</dc:title>
  <dc:subject>PptxGenJS Presentation</dc:subject>
  <dc:creator>Mr Zocchi</dc:creator>
  <cp:lastModifiedBy>Mr Zocchi</cp:lastModifiedBy>
  <cp:revision>1</cp:revision>
  <dcterms:created xsi:type="dcterms:W3CDTF">2026-03-24T02:01:17Z</dcterms:created>
  <dcterms:modified xsi:type="dcterms:W3CDTF">2026-03-24T02:01:17Z</dcterms:modified>
</cp:coreProperties>
</file>