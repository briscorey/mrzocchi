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Skills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Revision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for the 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Safety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hazard symbols: flammable, corrosive, toxic, irritant, oxidising.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wear appropriate PPE: goggles, gloves, lab coat.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HAZARD is something that CAN cause harm. A RISK is the CHANCE it WILL.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Emergency: TELL YOUR TEACHER first, then follow first aid steps.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eat, drink, run, or play in the laboratory.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Method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&amp; Variables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Question → Research → Hypothesis → Experiment → Data → Analysis → Conclusion.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 (IV): what YOU change. Dependent variable (DV): what you MEASURE.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variables (CV): what you KEEP THE SAME to make it fair.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test = only ONE variable changes at a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experiments at least 3 times and calculate the MEAN (average).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&amp; Data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&amp; Graphs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units: length (m), mass (kg), time (s), temperature (°C), volume (cm³).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measuring cylinder at the MENISCUS at EYE LEVEL.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close to true value. Precision = repeated results close together.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for CATEGORICAL data (bars don't touch).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graph for CONTINUOUS data (points connected by lines).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label axes with variable name AND unit.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Revision Checklist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safety rules and hazard symbols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of the scientific method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variables (IV, DV, CV)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testable hypothesis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units and measurement techniques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5661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5661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drawing the correct graph type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251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these topics, then test yourself with the Self-Quiz on mrzocchi.com.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Skills — Full Revision</dc:title>
  <dc:subject>PptxGenJS Presentation</dc:subject>
  <dc:creator>Mr Zocchi</dc:creator>
  <cp:lastModifiedBy>Mr Zocchi</cp:lastModifiedBy>
  <cp:revision>1</cp:revision>
  <dcterms:created xsi:type="dcterms:W3CDTF">2026-03-24T11:14:12Z</dcterms:created>
  <dcterms:modified xsi:type="dcterms:W3CDTF">2026-03-24T11:14:12Z</dcterms:modified>
</cp:coreProperties>
</file>