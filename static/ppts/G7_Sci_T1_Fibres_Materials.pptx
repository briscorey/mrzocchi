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2011680" cy="411480"/>
          </a:xfrm>
          <a:prstGeom prst="roundRect">
            <a:avLst>
              <a:gd name="adj" fmla="val 33333"/>
            </a:avLst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Fibres &amp; Materials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1 · Forensic Science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 ZOCCHI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Learning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between natural and synthetic fibres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5292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fibre evidence is collected and analysed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8444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84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520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how microscopy helps identify fibre types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31596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315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42519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fibre evidence links suspects to crime scenes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Fibres as Evidence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Tiny threads transferred when surfaces contact each other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Supports Locard's Exchange Principle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Can link a suspect to a victim or crime scene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Fibres are examined under a microscope for identification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4805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526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Colour, thickness, and material type are all compared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vs Synthetic Fibres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0352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303520" cy="50292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Fibres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Come from plants or animals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Cotton: from cotton plant seeds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Wool: from sheep fleece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Silk: from silkworm cocoons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Have irregular, organic shapes under microscope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30352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71600"/>
            <a:ext cx="5303520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371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Fibres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2103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Made from chemicals in factories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697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Polyester: smooth, uniform strands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291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Nylon: strong and elastic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Acrylic: warm like wool but synthetic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4480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Have regular, manufactured shapes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Key Vocabulary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Fibre  纤维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thin thread of material from fabric or textiles.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Fibre  天然纤维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Comes from plants (cotton) or animals (wool, silk).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Fibre  合成纤维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from chemicals in a factory (polyester, nylon).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Microscopy  显微镜检查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 microscope to examine tiny details.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Cross-section  横截面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seen when a fibre is cut and viewed end-on.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 转移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fibres move from one surface to another by contact.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Think-Pair-Share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941832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837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920240"/>
            <a:ext cx="8869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red fibre is found on a broken window. How would a forensic scientist determine where it came from?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tests would they perform?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How would they compare it to a suspect's clothing?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4937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if multiple people own similar red clothes?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Check Your Understanding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Give two examples of natural fibres.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Cotton, wool, silk, linen (any two).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How are fibres examined in forensic science?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18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Under a microscope — comparing colour, thickness, shape, and material.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Why are synthetic fibres less useful as evidence than natural ones?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3484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453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Synthetic fibres are mass-produced, so many people may have the same type.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93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How does fibre evidence support Locard's Principle?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566928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6875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Fibres transfer when surfaces touch — proving contact between suspect and scene.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Fibres are thin threads transferred by contact (Locard's Principle)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fibres come from plants/animals; synthetic from chemicals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Microscopy reveals colour, shape, and cross-section for identification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Fibre evidence can link suspects to victims or crime scenes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fibres are more useful — synthetic ones are mass-produced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Self-Quiz and Review Games on mrzocchi.com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Fibres &amp; Materials</dc:title>
  <dc:subject>PptxGenJS Presentation</dc:subject>
  <dc:creator>Mr Zocchi</dc:creator>
  <cp:lastModifiedBy>Mr Zocchi</cp:lastModifiedBy>
  <cp:revision>1</cp:revision>
  <dcterms:created xsi:type="dcterms:W3CDTF">2026-03-24T11:30:52Z</dcterms:created>
  <dcterms:modified xsi:type="dcterms:W3CDTF">2026-03-24T11:30:52Z</dcterms:modified>
</cp:coreProperties>
</file>