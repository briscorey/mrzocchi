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Decimals &amp; Percentages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Maths · Fractions &amp; Decimals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Fractions, Decimals &amp; Percentages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three ways to write the SAME value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= 0.5 = 50% | 1/4 = 0.25 = 25% | 3/4 = 0.75 = 75%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→ Decimal: divide numerator by denominator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→ Percentage: multiply by 100 (move decimal point 2 places right)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→ Fraction: put over 100 and simplify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Between Forms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to decimal: 3/8 = 3 ÷ 8 = 0.375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to percentage: 0.375 × 100 = 37.5%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to fraction: 37.5% = 37.5/100 = 375/1000 = 3/8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percentage: 20% of 80 = 20/100 × 80 = 16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Comparing: convert all to the same form (usually decimals)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FDP: three ways to show the same value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F→D: divide | D→%: ×100 | %→F: put over 100 and simplify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common equivalents: 1/2=50%, 1/4=25%, 1/5=20%, 1/10=10%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a percentage of an amount: divide by 100, multiply by the percentage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Decimals &amp; Percentages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