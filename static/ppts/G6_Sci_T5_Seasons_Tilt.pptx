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28016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Seasons &amp; Axial Tilt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G6 Science · Space Science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43891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Zocchi · mrzocchi.com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Do We Have Seasons?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Earth's axis is tilted at 23.5° — this causes the seasons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caused by distance from the Sun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your hemisphere tilts TOWARD the Sun → summer (more direct sunlight)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your hemisphere tilts AWAY from the Sun → winter (less direct sunlight)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equator, seasons barely change — it's warm all year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4800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9690"/>
                </a:solidFill>
              </a:rPr>
              <a:t>mrzocchi.com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Summer vs Winter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840480" cy="3474720"/>
          </a:xfrm>
          <a:prstGeom prst="rect">
            <a:avLst/>
          </a:prstGeom>
          <a:solidFill>
            <a:srgbClr val="F3F1E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344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34747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Hemisphere tilts toward Sun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are longer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is higher in the sky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direct sunlight = warmer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June–August (Northern)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3840480" cy="3474720"/>
          </a:xfrm>
          <a:prstGeom prst="rect">
            <a:avLst/>
          </a:prstGeom>
          <a:solidFill>
            <a:srgbClr val="F3F1E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0" y="12344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Winter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0" y="1737360"/>
            <a:ext cx="34747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Hemisphere tilts away from Sun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are shorter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is lower in the sky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direct sunlight = cooler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December–February (Northern)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4800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9690"/>
                </a:solidFill>
              </a:rPr>
              <a:t>mrzocchi.com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Seasons are caused by Earth's 23.5° axial tilt, NOT distance from Sun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Tilting toward Sun = summer; away = winter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it's summer in the North, it's winter in the South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equator gets roughly equal sunlight year-round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4572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660"/>
                </a:solidFill>
              </a:rPr>
              <a:t>mrzocchi.com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Seasons &amp; Axial Tilt</dc:title>
  <dc:subject>PptxGenJS Presentation</dc:subject>
  <dc:creator>Mr Zocchi</dc:creator>
  <cp:lastModifiedBy>Mr Zocchi</cp:lastModifiedBy>
  <cp:revision>1</cp:revision>
  <dcterms:created xsi:type="dcterms:W3CDTF">2026-03-23T03:58:41Z</dcterms:created>
  <dcterms:modified xsi:type="dcterms:W3CDTF">2026-03-23T03:58:41Z</dcterms:modified>
</cp:coreProperties>
</file>