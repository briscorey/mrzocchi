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Resistance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that slow things down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C8372D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 speed skaters at the Winter Olympics (Beijing 2022, PyeongChang 2018) wear skin-tight suits?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air resistance by even a tiny amount can mean winning or losing.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slows a moving object down?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shape of an object affect how fast it moves?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ice skating faster than running?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Friction?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is a contact force between two surfaces.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always OPPOSES the direction of movement.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Rougher surfaces = more friction.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converts kinetic energy into heat.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 your hands together — the warmth is from friction.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Friction: Helpful or Harmful?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— shoes grip the floor.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Brakes — pads grip the wheel.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Chopsticks (筷子) grip food.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— pencil grips paper.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parts wear out.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Tyres wear down.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heavy furniture is hard.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with lubricants (oil, grease).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 Resistance (Drag)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resistance = friction between object and air.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speed = more air resistance.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surface area = more air resistance.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Streamlined shapes reduce 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Parachutes work BY increasing air resistance.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Terminal Velocity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Skydiver jumps — gravity pulls down.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speed increases, air resistance increases.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Eventually air resistance = gravity (balanced).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stays constant = terminal velocity.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Parachute increases area → more drag → slower terminal velocity.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velocity: skydiver ≈ 200 km/h. With parachute ≈ 25 km/h.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Friction?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AumSum Time  •  6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Resistance and Terminal Velocity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 — Useful and Harmful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Friction &amp; Air Resistance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