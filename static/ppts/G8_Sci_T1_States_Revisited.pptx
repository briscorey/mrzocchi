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States of Matter Revisited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1 · Chemistry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particle arrangement in solids, liquids, and gases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state changes in terms of energy and particle movement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heating and cooling curves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Particle Model — Deeper Look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positions, vibrate only, strong forces, definite shape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but can move past each other, weaker forces, takes container shape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apart, move randomly and fast, very weak forces, fills all space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energy increases particle movement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changes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breaks/forms bonds between particles — temperature stays constant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Heating Curves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Temperature rises as energy is added — particles speed up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At melting point: temperature stays constant while solid → liquid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At boiling point: temperature stays constant while liquid → gas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Energy is used to break bonds between particles, not increase temperature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526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Cooling curve is the reverse: gas → liquid → solid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Model  粒子模型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matter is made of tiny moving particles.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Melting  熔化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→ liquid. Particles gain energy to move freely.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Evaporation  蒸发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→ gas at the surface (below boiling point).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Condensation  冷凝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→ liquid. Particles lose energy and slow down.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Sublimation  升华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→ gas directly (e.g., dry ice).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Heat  潜热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used to change state without changing temperature.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Think-Pair-Share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2024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the temperature stay constant during melting even though you're still heating?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Where is the energy going?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are the particles doing?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happens to the bonds between particles?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Describe particle arrangement in a gas.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Far apart, moving randomly at high speed, very weak forces between them.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Why does temperature plateau during boiling?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Energy is breaking intermolecular bonds rather than increasing kinetic energy.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What is sublimation?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When a solid changes directly into a gas without becoming a liquid first.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Why can liquids flow but solids cannot?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Liquid particles can move past each other; solid particles are fixed in place.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Solids: fixed, vibrating. Liquids: close, sliding. Gases: far, fast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energy increases particle movement → changes state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state changes, temperature stays constant (latent heat)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breaks/forms bonds between particles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curves show flat sections at melting and boiling points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States of Matter Revisited</dc:title>
  <dc:subject>PptxGenJS Presentation</dc:subject>
  <dc:creator>Mr Zocchi</dc:creator>
  <cp:lastModifiedBy>Mr Zocchi</cp:lastModifiedBy>
  <cp:revision>1</cp:revision>
  <dcterms:created xsi:type="dcterms:W3CDTF">2026-03-24T11:35:31Z</dcterms:created>
  <dcterms:modified xsi:type="dcterms:W3CDTF">2026-03-24T11:35:31Z</dcterms:modified>
</cp:coreProperties>
</file>