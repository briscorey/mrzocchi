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MATHEMATICS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space a 3D shape takes 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11D35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0" y="182880"/>
            <a:ext cx="2286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0" b="1" dirty="0">
                <a:solidFill>
                  <a:srgbClr val="2A9D8F">
                    <a:alpha val="8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6000" dirty="0"/>
          </a:p>
        </p:txBody>
      </p:sp>
      <p:sp>
        <p:nvSpPr>
          <p:cNvPr id="4" name="Text 2"/>
          <p:cNvSpPr/>
          <p:nvPr/>
        </p:nvSpPr>
        <p:spPr>
          <a:xfrm>
            <a:off x="731520" y="548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005840"/>
            <a:ext cx="6858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NIS pool is 25 m × 16 m × 1.6 m deep. How many bathtubs of water does it hold?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measures the 3D space inside a shape. A bathtub ≈ 300 litres.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7315200" cy="1645920"/>
          </a:xfrm>
          <a:prstGeom prst="rect">
            <a:avLst/>
          </a:prstGeom>
          <a:solidFill>
            <a:srgbClr val="243660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461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— Pair — Share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5661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calculate the space inside a box?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the difference between area (flat) and volume (3D)?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5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units do we use for 3D space?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Volume?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= the amount of 3D space inside a shape.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cubic units: cm³, m³.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unit cubes fit inside?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 surface area (inside vs. outside).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sugar cube ≈ 1 cm³. Your school bag ≈ 25,000 cm³.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 Formulas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Remember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9D8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Cube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= s³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edges equal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Rectangular Prism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= l × w × 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different measurements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Triangular Prism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= ½bh × length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Triangle area × length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NIS Pool — Worked Example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Formula: V = length × width × height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25 × 16 × 1.6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= 640 m³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640 cubic metres of water!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topic: how many litres is that?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4114800"/>
            <a:ext cx="7863840" cy="731520"/>
          </a:xfrm>
          <a:prstGeom prst="rect">
            <a:avLst/>
          </a:prstGeom>
          <a:solidFill>
            <a:srgbClr val="E8F5F3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4114800"/>
            <a:ext cx="64008" cy="73152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7406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→ Substitution → Answer. Always show your working.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NIS Pool Dimensions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m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Length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5280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5280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 m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335280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65520" y="1280160"/>
            <a:ext cx="2438400" cy="2926080"/>
          </a:xfrm>
          <a:prstGeom prst="rect">
            <a:avLst/>
          </a:prstGeom>
          <a:solidFill>
            <a:srgbClr val="24366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065520" y="1463040"/>
            <a:ext cx="243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1.6 m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065520" y="2743200"/>
            <a:ext cx="243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Depth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95528"/>
            <a:ext cx="91440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914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Recommended Videos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40080" y="8686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these on YouTube to learn more.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325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188720" y="130759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— What Is It?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188720" y="169164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 Antics  •  8 min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42316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42316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514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88720" y="249631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of Cubes and Cuboids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188720" y="288036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Corbettmaths  •  4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822960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11880"/>
            <a:ext cx="64008" cy="10515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703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3685032"/>
            <a:ext cx="7132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of Prisms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188720" y="4069080"/>
            <a:ext cx="7132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 •  5 min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5603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Volume</dc:title>
  <dc:subject>PptxGenJS Presentation</dc:subject>
  <dc:creator>Mr Zocchi</dc:creator>
  <cp:lastModifiedBy>Mr Zocchi</cp:lastModifiedBy>
  <cp:revision>1</cp:revision>
  <dcterms:created xsi:type="dcterms:W3CDTF">2026-03-23T05:29:31Z</dcterms:created>
  <dcterms:modified xsi:type="dcterms:W3CDTF">2026-03-23T05:29:31Z</dcterms:modified>
</cp:coreProperties>
</file>