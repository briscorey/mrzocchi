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Shape 2"/>
          <p:cNvSpPr/>
          <p:nvPr/>
        </p:nvSpPr>
        <p:spPr>
          <a:xfrm>
            <a:off x="6858000" y="-1371600"/>
            <a:ext cx="4572000" cy="4572000"/>
          </a:xfrm>
          <a:prstGeom prst="ellipse">
            <a:avLst/>
          </a:prstGeom>
          <a:solidFill>
            <a:srgbClr val="2A9D8F">
              <a:alpha val="1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914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MATHEMATICS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1463040"/>
            <a:ext cx="68580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Introduction to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Probability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likely is it to happen?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4297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051560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05156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Probability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377440" y="10515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likely an event is to happen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0" y="1051560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051560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105156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Event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0" y="10515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might happen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1819656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31520" y="1819656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1819656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Outcome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377440" y="1819656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possible result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54880" y="1819656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54880" y="1819656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20" name="Text 18"/>
          <p:cNvSpPr/>
          <p:nvPr/>
        </p:nvSpPr>
        <p:spPr>
          <a:xfrm>
            <a:off x="4937760" y="1819656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Impossible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0" y="1819656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Probability = 0 (cannot happen)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31520" y="2587752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31520" y="2587752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2587752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Certain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2377440" y="2587752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Probability = 1 (must happen)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754880" y="2587752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754880" y="2587752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28" name="Text 26"/>
          <p:cNvSpPr/>
          <p:nvPr/>
        </p:nvSpPr>
        <p:spPr>
          <a:xfrm>
            <a:off x="4937760" y="2587752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Even chance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400800" y="2587752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Probability = ½ (equally likely)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Probability Scale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1051560"/>
            <a:ext cx="76809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Probability is measured on a scale from 0 to 1.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= impossible (rolling a 7 on a normal dice).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½ = even chance (flipping heads on a fair coin).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= certain (the sun rising tomorrow).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Probability = number of favourable outcomes ÷ total number of outcomes.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be written as a fraction, decimal, or percentage.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206240"/>
            <a:ext cx="7680960" cy="64008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42519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Idea: </a:t>
            </a:r>
            <a:pPr indent="0" marL="0">
              <a:buNone/>
            </a:pPr>
            <a:r>
              <a:rPr lang="en-US" sz="12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Probability can NEVER be less than 0 or greater than 1.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Probability of Rolling a Dice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280160"/>
            <a:ext cx="237744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146304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1/6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731520" y="24231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 A 3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28346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favourable outcome out of six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280" y="1280160"/>
            <a:ext cx="237744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383280" y="146304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3/6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3383280" y="24231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 EVEN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474720" y="28346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even numbers: 2, 4, 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035040" y="1280160"/>
            <a:ext cx="237744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035040" y="146304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6/6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6035040" y="24231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 1–6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126480" y="28346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outcomes covered = certain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31520" y="41148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P(event) = favourable outcomes ÷ total outcomes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Equally Likely Outcomes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1051560"/>
            <a:ext cx="76809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all outcomes are EQUALLY LIKELY: P(event) = favourable ÷ total.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coin: P(heads) = 1/2. Fair dice: P(even) = 3/6 = 1/2.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 of 3 red and 2 blue marbles: P(red) = 3/5, P(blue) = 2/5.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probabilities of ALL outcomes must ADD UP to 1.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P(event NOT happening) = 1 − P(event happening).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5156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34440" y="105156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the probability scale (0 to 1)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1554480"/>
            <a:ext cx="7680960" cy="438912"/>
          </a:xfrm>
          <a:prstGeom prst="rect">
            <a:avLst/>
          </a:prstGeom>
          <a:solidFill>
            <a:srgbClr val="F8F6F3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155448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34440" y="155448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calculate theoretical probability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2057400"/>
            <a:ext cx="7680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05740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34440" y="205740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express probability as a fraction, decimal, or percentage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2560320"/>
            <a:ext cx="7680960" cy="438912"/>
          </a:xfrm>
          <a:prstGeom prst="rect">
            <a:avLst/>
          </a:prstGeom>
          <a:solidFill>
            <a:srgbClr val="F8F6F3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256032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34440" y="256032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know that all probabilities add up to 1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31520" y="3063240"/>
            <a:ext cx="7680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306324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234440" y="306324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find P(not happening) = 1 − P(happening)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31520" y="3749040"/>
            <a:ext cx="7680960" cy="59436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14400" y="374904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Idea: </a:t>
            </a:r>
            <a:pPr indent="0" marL="0">
              <a:buNone/>
            </a:pPr>
            <a:r>
              <a:rPr lang="en-US" sz="12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Probability tells us how likely something is — always between 0 and 1.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Shape 2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2A9D8F">
              <a:alpha val="1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&amp; Practise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31089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Self-Quiz, Review Games, and Practice Builder to test yourself.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Probability</dc:title>
  <dc:subject>PptxGenJS Presentation</dc:subject>
  <dc:creator>Mr Zocchi</dc:creator>
  <cp:lastModifiedBy>Mr Zocchi</cp:lastModifiedBy>
  <cp:revision>1</cp:revision>
  <dcterms:created xsi:type="dcterms:W3CDTF">2026-03-24T11:21:05Z</dcterms:created>
  <dcterms:modified xsi:type="dcterms:W3CDTF">2026-03-24T11:21:05Z</dcterms:modified>
</cp:coreProperties>
</file>