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identify mixtures and pure substances, and to separate them using filtration, evaporation, distillation, and chromatography.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form and properties of substances allows us to separate and purify them for useful purposes."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substances not chemically joined. Can be separated by physical methods.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where a solute is dissolved in a solvent. Looks transparent.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that dissolves. e.g. salt in salt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that dissolves the solute. e.g.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dissolve in a solvent.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dissolve. e.g. sand in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a mixture and a compound?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substances not chemically joined, can be separated physically. Compound: elements chemically bonded, needs a chemical reaction to separate.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would you separate sand from salt water?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Filter to remove sand (insoluble). Step 2: Evaporate the filtrate to get salt crystals.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When would you use distillation instead of evaporation?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to KEEP the liquid (solvent). Evaporation loses the liquid; distillation collects it by condensing the vapour.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can you tell if a substance is pure using its boiling point?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substance has a fixed, sharp boiling point. An impure substance boils over a range of temperatures.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Chromatography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