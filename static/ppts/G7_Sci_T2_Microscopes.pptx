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Microscopes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2 · Biology — Cells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the parts of a light microscope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total magnification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a slide correctly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a microscope safely starting with the lowest power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Parts of a Microscope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Eyepiece lens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lens you look through (usually ×10)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lenses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lenses: ×4 (low), ×10 (medium), ×40 (high)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where the slide is placed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Focusing knobs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Coarse (big movements) and fine (small adjustments)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source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or lamp that illuminates the specimen from below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Calculating Magnification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eyepiece is ×10 and the objective lens is ×40. What is the total magnification?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magnification = eyepiece × objective lens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= 10 × 40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= ×400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means the image appears 400 times bigger than real life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Magnification  放大倍数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times bigger the image appears than the real object.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Eyepiece  目镜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lens you look through, usually ×10 magnification.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Lens  物镜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 near the specimen — ×4, ×10, or ×40.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 载玻片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thin glass rectangle where specimens are placed.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 Slip  盖玻片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glass placed on top to flatten the specimen.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Stain  染色剂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dye (like iodine) that makes cell parts easier to see.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a Microscope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these steps to focus correctly and safely.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1. Always start with the lowest power objective lens (×4)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2. Place the slide on the stage and clip it in place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3. Use the coarse focus to get a rough image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4. Switch to medium (×10) then high (×40) power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5. Use fine focus only on high power — never coarse!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8064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852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6. Never touch the lenses with your fingers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Eyepiece = ×10, Objective = ×4. Total magnification?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10 × 4 = ×40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start with the lowest power lens?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Gives the widest field of view to find the specimen, and prevents lens damage.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do we add a stain like iodine to cells?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Most cells are transparent — stain makes organelles visible.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the purpose of the cover slip?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Flattens the specimen and protects the objective lens.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magnification = eyepiece × objective lens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start with the lowest power lens (×4)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Coarse focus first, then fine focus on higher powers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Stains like iodine make transparent cell parts visible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microscopes carefully — never force focus knobs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Microscopes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