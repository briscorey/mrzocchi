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&amp; Solutions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substances combine without chemical change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substances not chemically joined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mixture where a solute dissolves in a solvent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that dissolves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that does the dissolving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dissolve in a solvent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Insoluble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dissolve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3355848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31520" y="3355848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335584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Saturated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377440" y="335584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solute can dissolve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0" y="3355848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54880" y="3355848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6" name="Text 34"/>
          <p:cNvSpPr/>
          <p:nvPr/>
        </p:nvSpPr>
        <p:spPr>
          <a:xfrm>
            <a:off x="4937760" y="335584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substance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335584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only ONE type of particle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Substances vs Mixtures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Substance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only ONE type of particle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FIXED melting and boiling point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pure water, gold, oxygen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Diamond, table salt (NaCl)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TWO or MORE types of particle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Melting/boiling point varies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air, salt water, sand + iron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keep their own properties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Solutions — Dissolving Explained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sugar dissolves in water: sugar = SOLUTE, water = SOLVENT.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sugar particles spread evenly through the water.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looks clear — you cannot see individual sugar particles.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sugar is still there — you can taste it! It hasn't disappeared.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add too much sugar, it stops dissolving → SATURATED solution.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Dissolving is a physical change — you can get the sugar back by evaporating the water.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Factors That Affect Dissolving Speed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TEMPERATURE: hot water dissolves things faster (particles move faster).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STIRRING: moves fresh solvent to the solute surface.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SIZE: smaller pieces dissolve faster (more surface area).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factors DON'T change HOW MUCH dissolves — only how FAST.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dissolve MORE, you need a higher temperature.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the difference between a pure substance and a mixture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define solute, solvent, and solution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what happens when something dissolves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what a saturated solution is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describe factors that affect dissolving speed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solution, the solute is still there — it has just spread evenly through the solvent.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Mixtures &amp; Solutions</dc:title>
  <dc:subject>PptxGenJS Presentation</dc:subject>
  <dc:creator>Mr Zocchi</dc:creator>
  <cp:lastModifiedBy>Mr Zocchi</cp:lastModifiedBy>
  <cp:revision>1</cp:revision>
  <dcterms:created xsi:type="dcterms:W3CDTF">2026-03-24T11:14:12Z</dcterms:created>
  <dcterms:modified xsi:type="dcterms:W3CDTF">2026-03-24T11:14:12Z</dcterms:modified>
</cp:coreProperties>
</file>