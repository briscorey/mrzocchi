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731520"/>
            <a:ext cx="2011680" cy="411480"/>
          </a:xfrm>
          <a:prstGeom prst="roundRect">
            <a:avLst>
              <a:gd name="adj" fmla="val 33333"/>
            </a:avLst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7315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GRADE 8 SCIENCE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1828800"/>
            <a:ext cx="10058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Population Dynamics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 3 · Biology — Ecology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56692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 ZOCCHI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60350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🎯 Learning Objectives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you will be able to: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2011680"/>
            <a:ext cx="10515600" cy="594360"/>
          </a:xfrm>
          <a:prstGeom prst="roundRect">
            <a:avLst>
              <a:gd name="adj" fmla="val 15385"/>
            </a:avLst>
          </a:prstGeom>
          <a:solidFill>
            <a:srgbClr val="F3F1EE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121408"/>
            <a:ext cx="365760" cy="36576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12140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63040" y="205740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 factors that affect population size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2743200"/>
            <a:ext cx="10515600" cy="594360"/>
          </a:xfrm>
          <a:prstGeom prst="roundRect">
            <a:avLst>
              <a:gd name="adj" fmla="val 15385"/>
            </a:avLst>
          </a:prstGeom>
          <a:solidFill>
            <a:srgbClr val="F3F1EE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2852928"/>
            <a:ext cx="365760" cy="36576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85292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463040" y="278892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 predator-prey relationships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31520" y="3474720"/>
            <a:ext cx="10515600" cy="594360"/>
          </a:xfrm>
          <a:prstGeom prst="roundRect">
            <a:avLst>
              <a:gd name="adj" fmla="val 15385"/>
            </a:avLst>
          </a:prstGeom>
          <a:solidFill>
            <a:srgbClr val="F3F1EE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3584448"/>
            <a:ext cx="365760" cy="36576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358444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463040" y="352044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Interpret population graphs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8" name="Text 16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Affects Population Size?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41732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Birth rate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754880" y="141732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births → population grows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31520" y="214884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219456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Death rate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754880" y="219456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deaths → population shrinks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31520" y="292608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297180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Immigration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754880" y="297180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Organisms moving IN increases population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31520" y="370332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37490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Emigration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754880" y="374904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Organisms moving OUT decreases population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31520" y="448056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5840" y="452628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Carrying capacity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754880" y="452628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Maximum population an environment can sustain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0" name="Text 18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Predator-Prey Relationships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41732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More prey → more food → predator numbers increase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214884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8F6F3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More predators → more prey eaten → prey numbers decrease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31520" y="292608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29718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Fewer prey → less food → predator numbers decrease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31520" y="370332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8F6F3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3749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Fewer predators → prey recovers → numbers increase again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48056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5840" y="45262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This creates a cyclical pattern on population graphs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5" name="Text 13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📖 Key Vocabulary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4630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Population  种群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182880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organisms of one species in a defined area.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60520" y="137160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97680" y="14630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Carrying Capacity  承载能力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297680" y="182880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Maximum population an environment can sustain.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772400" y="137160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09560" y="14630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Predator  捕食者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909560" y="182880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animal that hunts and eats other animals.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283464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29260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Prey  猎物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85800" y="329184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animal that is hunted by predators.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160520" y="283464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97680" y="29260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Competition  竞争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297680" y="329184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Organisms fighting for the same limited resources.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772400" y="283464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09560" y="29260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Limiting Factor  限制因素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909560" y="329184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Resource that restricts population growth (food, water, space).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3" name="Text 21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🧠 Check Your Understanding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38988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Q1: What four factors affect population size?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097280" y="196596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7" name="Text 5"/>
          <p:cNvSpPr/>
          <p:nvPr/>
        </p:nvSpPr>
        <p:spPr>
          <a:xfrm>
            <a:off x="1371600" y="198424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Birth rate, death rate, immigration, emigration.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60604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62432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Q2: What is carrying capacity?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097280" y="320040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11" name="Text 9"/>
          <p:cNvSpPr/>
          <p:nvPr/>
        </p:nvSpPr>
        <p:spPr>
          <a:xfrm>
            <a:off x="1371600" y="321868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The maximum population size an environment can sustain long-term.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84048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85876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Q3: Describe the predator-prey cycle.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1097280" y="443484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15" name="Text 13"/>
          <p:cNvSpPr/>
          <p:nvPr/>
        </p:nvSpPr>
        <p:spPr>
          <a:xfrm>
            <a:off x="1371600" y="445312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More prey → more predators → fewer prey → fewer predators → cycle repeats.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507492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509320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Q4: Why do populations not grow forever?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1097280" y="566928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19" name="Text 17"/>
          <p:cNvSpPr/>
          <p:nvPr/>
        </p:nvSpPr>
        <p:spPr>
          <a:xfrm>
            <a:off x="1371600" y="568756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Limited resources (food, water, space) and predation limit growth.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📌 Key Takeaways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55448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371600" y="155448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Population size affected by births, deaths, immigration, emigration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228600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37744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71600" y="237744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Carrying capacity = maximum sustainable population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31520" y="310896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320040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371600" y="320040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Predator-prey numbers cycle: they track each other with a time lag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31520" y="393192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402336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71600" y="402336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Competition for resources limits population growth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31520" y="475488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484632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371600" y="484632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Limiting factors include food, water, space, and disease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0" name="Text 18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400800"/>
            <a:ext cx="12188952" cy="7315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1828800"/>
            <a:ext cx="121889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Keep Practising!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0" y="3017520"/>
            <a:ext cx="121889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the Self-Quiz and Review Games on mrzocchi.com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0" y="502920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B9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Population Dynamics</dc:title>
  <dc:subject>PptxGenJS Presentation</dc:subject>
  <dc:creator>Mr Zocchi</dc:creator>
  <cp:lastModifiedBy>Mr Zocchi</cp:lastModifiedBy>
  <cp:revision>1</cp:revision>
  <dcterms:created xsi:type="dcterms:W3CDTF">2026-03-24T11:35:32Z</dcterms:created>
  <dcterms:modified xsi:type="dcterms:W3CDTF">2026-03-24T11:35:32Z</dcterms:modified>
</cp:coreProperties>
</file>