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notesMasterIdLst>
    <p:notesMasterId r:id="rId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280160"/>
            <a:ext cx="77724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Probability &amp; Statistics — Full Revision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731520" y="2743200"/>
            <a:ext cx="7772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G6 Maths · Term 5 Review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31520" y="438912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Zocchi · mrzocchi.com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7432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Data &amp; Averages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1097280"/>
            <a:ext cx="804672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types: qualitative, quantitative (discrete/continuous)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Tally charts and frequency tables to organise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 = total÷count | Median = middle | Mode = most common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Range = highest - lowest | Not an average, measures spread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48640" y="48006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B9690"/>
                </a:solidFill>
              </a:rPr>
              <a:t>mrzocchi.com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7432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Charts &amp; Probability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1097280"/>
            <a:ext cx="804672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Choose chart by data type: bar, line, pie, pictogram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Always: title, labels, consistent scale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Probability: 0 to 1, P = favourable ÷ total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Experimental vs theoretical — more trials → closer match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48640" y="48006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B9690"/>
                </a:solidFill>
              </a:rPr>
              <a:t>mrzocchi.com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5720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Takeaways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768096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Organise data before analysing (tables, charts)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averages: mean, median, mode — choose wisely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Probability ranges from 0 (impossible) to 1 (certain)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experimental trials → closer to theoretical probability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548640" y="45720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660"/>
                </a:solidFill>
              </a:rPr>
              <a:t>mrzocchi.com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Probability &amp; Statistics — Full Revision</dc:title>
  <dc:subject>PptxGenJS Presentation</dc:subject>
  <dc:creator>Mr Zocchi</dc:creator>
  <cp:lastModifiedBy>Mr Zocchi</cp:lastModifiedBy>
  <cp:revision>1</cp:revision>
  <dcterms:created xsi:type="dcterms:W3CDTF">2026-03-23T03:58:41Z</dcterms:created>
  <dcterms:modified xsi:type="dcterms:W3CDTF">2026-03-23T03:58:41Z</dcterms:modified>
</cp:coreProperties>
</file>