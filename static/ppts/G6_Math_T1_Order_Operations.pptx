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Order of Operations (BIDMAS)</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Mathematics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1 · Number Sense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5</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Why Order Matters</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Without a standard order, 3 + 4 × 2 could equal 14 or 11. Mathematicians agreed on BIDMAS (also called BODMAS or PEMDAS) to ensure everyone gets the same answer. The correct answer is 11 because multiplication comes before addition.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BIDMAS</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B — Brackets</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Always do brackets first. 3 × (4 + 2) = 3 × 6 = 18. Without brackets: 3 × 4 + 2 = 12 + 2 = 14. Brackets change the answer!</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I — Indices</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Powers/exponents come second. 2 + 3² = 2 + 9 = 11. NOT (2 + 3)² = 25. Indices = squares, cubes, etc.</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DM — Division &amp; Multiplication</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Equal priority — work left to right. 12 ÷ 3 × 2 = 4 × 2 = 8. NOT 12 ÷ 6 = 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Practice Problems</a:t>
            </a:r>
            <a:endParaRPr lang="en-US" sz="2600" dirty="0"/>
          </a:p>
        </p:txBody>
      </p:sp>
      <p:sp>
        <p:nvSpPr>
          <p:cNvPr id="5" name="Text 3"/>
          <p:cNvSpPr/>
          <p:nvPr/>
        </p:nvSpPr>
        <p:spPr>
          <a:xfrm>
            <a:off x="457200" y="1188720"/>
            <a:ext cx="3840480" cy="3474720"/>
          </a:xfrm>
          <a:prstGeom prst="rect">
            <a:avLst/>
          </a:prstGeom>
          <a:noFill/>
          <a:ln/>
        </p:spPr>
        <p:txBody>
          <a:bodyPr wrap="square" rtlCol="0" anchor="t"/>
          <a:lstStyle/>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5 + 3 × 2 = 5 + 6 = 11</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(5 + 3) × 2 = 8 × 2 = 16</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4 + 6 ÷ 2 = 4 + 3 = 7</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10 − 2² + 1 = 10 − 4 + 1 = 7</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3 × (8 − 5)² = 3 × 3² = 3 × 9 = 27</a:t>
            </a:r>
            <a:endParaRPr lang="en-US" sz="1400" dirty="0"/>
          </a:p>
        </p:txBody>
      </p:sp>
      <p:sp>
        <p:nvSpPr>
          <p:cNvPr id="6" name="Shape 4"/>
          <p:cNvSpPr/>
          <p:nvPr/>
        </p:nvSpPr>
        <p:spPr>
          <a:xfrm>
            <a:off x="4846320" y="1188720"/>
            <a:ext cx="3840480" cy="347472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7" name="Shape 5"/>
          <p:cNvSpPr/>
          <p:nvPr/>
        </p:nvSpPr>
        <p:spPr>
          <a:xfrm>
            <a:off x="4846320" y="1188720"/>
            <a:ext cx="3840480" cy="54864"/>
          </a:xfrm>
          <a:prstGeom prst="rect">
            <a:avLst/>
          </a:prstGeom>
          <a:solidFill>
            <a:srgbClr val="2A9D8F"/>
          </a:solidFill>
          <a:ln/>
        </p:spPr>
      </p:sp>
      <p:sp>
        <p:nvSpPr>
          <p:cNvPr id="8" name="Text 6"/>
          <p:cNvSpPr/>
          <p:nvPr/>
        </p:nvSpPr>
        <p:spPr>
          <a:xfrm>
            <a:off x="5120640" y="1371600"/>
            <a:ext cx="3291840" cy="3108960"/>
          </a:xfrm>
          <a:prstGeom prst="rect">
            <a:avLst/>
          </a:prstGeom>
          <a:noFill/>
          <a:ln/>
        </p:spPr>
        <p:txBody>
          <a:bodyPr wrap="square" rtlCol="0" anchor="t"/>
          <a:lstStyle/>
          <a:p>
            <a:pPr indent="0" marL="0">
              <a:spcAft>
                <a:spcPts val="400"/>
              </a:spcAft>
              <a:buNone/>
            </a:pPr>
            <a:r>
              <a:rPr lang="en-US" sz="1600" b="1" dirty="0">
                <a:solidFill>
                  <a:srgbClr val="1B2A4A"/>
                </a:solidFill>
                <a:latin typeface="Calibri" pitchFamily="34" charset="0"/>
                <a:ea typeface="Calibri" pitchFamily="34" charset="-122"/>
                <a:cs typeface="Calibri" pitchFamily="34" charset="-120"/>
              </a:rPr>
              <a:t>AS — Addition &amp; Subtraction</a:t>
            </a:r>
            <a:endParaRPr lang="en-US" sz="1600" dirty="0"/>
          </a:p>
          <a:p>
            <a:pPr indent="0" marL="0">
              <a:spcAft>
                <a:spcPts val="400"/>
              </a:spcAft>
              <a:buNone/>
            </a:pP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Lowest priority — done last</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Equal priority: work left to right</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10 − 3 + 2 = 7 + 2 = 9 (not 10 − 5 = 5)</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Remember: BIDMAS is the ORDER you follow</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Use brackets to override the default order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BIDMAS: Brackets, Indices, Division, Multiplication, Addition, Subtraction</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Brackets first, then indices, then × ÷ (left to right), then + − (left to right)</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Multiplication and division have EQUAL priority (left to right)</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Addition and subtraction have EQUAL priority (left to right)</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Use brackets when you want to change the order</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 of Operations (BIDMAS)</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