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MATHEMATICS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Number Sequences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Patterns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rules that predict any term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0" y="182880"/>
            <a:ext cx="2286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0" b="1" dirty="0">
                <a:solidFill>
                  <a:srgbClr val="2A9D8F">
                    <a:alpha val="8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6000" dirty="0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6858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Seoul subway fare goes: 1350, 1450, 1550, 1650... Can you predict the fare for 20 km without listing every value?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Sequences follow rules. If you find the rule, you can predict any term — even the 1000th.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7315200" cy="1645920"/>
          </a:xfrm>
          <a:prstGeom prst="rect">
            <a:avLst/>
          </a:prstGeom>
          <a:solidFill>
            <a:srgbClr val="24366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46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— Pair — Share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566160"/>
            <a:ext cx="6949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being added each time?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write a formula using n (km)?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is this different from just adding repeatedly?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a Sequence?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ordered list of numbers following a rule.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number is called a TERM.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 sequence: same amount added each time.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amount added = common difference (d).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7863840" cy="73152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4114800"/>
            <a:ext cx="64008" cy="73152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7406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 8, 11, 14, 17... → common difference = 3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the nth Term Rule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Find the common difference (d).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The coefficient of n = d.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Work out what to add or subtract.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4: Write the rule as T = dn + c.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5, 8, 11, 14 → d=3. 3(1)=3, need 5, so +2. Rule: 3n + 2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Worked Example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51560"/>
          <a:ext cx="78638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965960"/>
                <a:gridCol w="1965960"/>
                <a:gridCol w="19659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 (n)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Adjustment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3n + 2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Rule: T = 3n + 2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Using the Rule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31920" cy="6400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188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Any Term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3n + 2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10th term: 3(10)+2 = 32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50th term: 3(50)+2 = 152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100th term: 3(100)+2 = 302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005840"/>
            <a:ext cx="3931920" cy="64008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188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Sequences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3776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Seoul subway: T = 1250 + 100n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Nanjing taxi: T = 11 + 2.4(n−3)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 pool entry: €3.50 + €1.50 per hour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a Term's Position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also work backwards: given a term, find n.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3n + 2. Which term equals 47?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3n + 2 = 47 → 3n = 45 → n = 15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15th term is 47.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uses equation-solving skills!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7863840" cy="73152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4114800"/>
            <a:ext cx="64008" cy="73152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7406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Sequences and equations are deeply connected.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Recommended Videos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these on YouTube to learn more.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64008" cy="10515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325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88720" y="130759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the nth Term of a Sequence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69164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Corbettmaths  •  6 min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423160"/>
            <a:ext cx="64008" cy="10515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88720" y="249631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Sequences and Patterns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88720" y="288036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 Antics  •  8 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611880"/>
            <a:ext cx="64008" cy="10515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703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368503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 Sequences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406908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 •  5 min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Number Sequences &amp; Patterns</dc:title>
  <dc:subject>PptxGenJS Presentation</dc:subject>
  <dc:creator>Mr Zocchi</dc:creator>
  <cp:lastModifiedBy>Mr Zocchi</cp:lastModifiedBy>
  <cp:revision>1</cp:revision>
  <dcterms:created xsi:type="dcterms:W3CDTF">2026-03-23T07:47:18Z</dcterms:created>
  <dcterms:modified xsi:type="dcterms:W3CDTF">2026-03-23T07:47:18Z</dcterms:modified>
</cp:coreProperties>
</file>