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of Living on Mars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4 · Interdisciplinary — Mars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main challenges of living on Mars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why each challenge is difficult to solve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 possible solutions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Survival Challenges on Mars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breathable atmosphere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CO₂ — need sealed habitats or terraforming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Extreme cold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−60°C — need heating and insulation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pressure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pressurised suits and habitats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magnetic field or thick atmosphere for protection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liquid water on surface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extract from ice or soil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52578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53035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production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54880" y="53035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grow food in sealed greenhouses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Getting to Mars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Journey takes 6-9 months each way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Must carry or produce all supplies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Communication delay: 4-24 minutes each way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Fuel for return journey is a major challenge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26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Psychological effects of isolation and confinement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52578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5303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Physical effects of low gravity on the body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Radiation  辐射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Harmful energy from the Sun and cosmic rays.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Pressurised  加压的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Maintaining Earth-like air pressure in a sealed space.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  温室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Sealed structure for growing plants in a controlled environment.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Terraforming  改造地球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Modifying a planet's environment to support human life.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Regolith  风化层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loose soil/dust covering Mars's surface.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Support  生命维持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providing air, water, and food for survival.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Why can't humans breathe Mars's atmosphere?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It's 95% CO₂ with almost no oxygen, and pressure is too low.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is radiation a danger on Mars?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Mars has no magnetic field and thin atmosphere to block solar and cosmic radiation.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long does it take to travel to Mars?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6-9 months each way.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How might colonists get water on Mars?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Extract it from polar ice caps or underground ice deposits.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Mars has no breathable air, extreme cold, and dangerous radiation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pressure requires pressurised habitats and spacesuits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liquid surface water — must extract from ice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6-9 month journey with 4-24 minute communication delay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must be grown in sealed greenhouses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Challenges of Living on Mars</dc:title>
  <dc:subject>PptxGenJS Presentation</dc:subject>
  <dc:creator>Mr Zocchi</dc:creator>
  <cp:lastModifiedBy>Mr Zocchi</cp:lastModifiedBy>
  <cp:revision>1</cp:revision>
  <dcterms:created xsi:type="dcterms:W3CDTF">2026-03-24T11:35:32Z</dcterms:created>
  <dcterms:modified xsi:type="dcterms:W3CDTF">2026-03-24T11:35:32Z</dcterms:modified>
</cp:coreProperties>
</file>