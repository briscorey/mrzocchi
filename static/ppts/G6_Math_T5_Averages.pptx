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Mean, Median,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Mode, Range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to summarise a set of data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values, divide by how many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value when ordered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value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value minus smallest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value representing the data set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much higher or lower than the rest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Averages + Range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4688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the COUNT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3,5,7,9,11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= 35, Count = 5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35 ÷ 5 = 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51560"/>
            <a:ext cx="24688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values IN ORDER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MIDDLE value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 count: middle number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count: mean of two middle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3,5,7,9,11 → median = 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051560"/>
            <a:ext cx="2468880" cy="54864"/>
          </a:xfrm>
          <a:prstGeom prst="rect">
            <a:avLst/>
          </a:prstGeom>
          <a:solidFill>
            <a:srgbClr val="9B9690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&amp; Range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8932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= most COMMON value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no mode, or multiple modes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= highest − lowest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measures SPREAD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3,5,5,9,11 → mode=5, range=8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Average Should I Use?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MEAN: best for data with no extreme values. Uses ALL the data.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MEDIAN: best when there are outliers (extreme values). Not affected by them.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best for categorical data (e.g. most popular colour).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tells you how spread out the data is (not an average).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assessments, you may be asked to justify which average is most appropriate.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is affected by outliers — one very high/low value can distort it.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Mean from a Frequency Table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value by its frequency.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all the (value × frequency) products.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the TOTAL frequency.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values 2(×3), 4(×5), 6(×2) → (6+20+12) ÷ 10 = 38 ÷ 10 = 3.8.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method is faster than listing every single value.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calculate mean, median, mode, and range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which average to use for different types of data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find averages from a frequency table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how outliers affect the mean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compare data sets using averages and range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uses all data, median resists outliers, mode shows most common.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Mean, Median, Mode, Range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