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31520"/>
            <a:ext cx="2011680" cy="411480"/>
          </a:xfrm>
          <a:prstGeom prst="roundRect">
            <a:avLst>
              <a:gd name="adj" fmla="val 33333"/>
            </a:avLst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7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Stars &amp; Galaxies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5 · Space Science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 ZOCCHI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Learning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you will be able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21408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what a star is and how it produces light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852928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2788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life cycle of a star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584448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84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3520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galaxy and describe the Milky Way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Stars?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star you see at night is another sun, often much larger than ours.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65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Massive balls of hot gas (mainly hydrogen and helium)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743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Produce energy through nuclear fusion in their core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520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Hydrogen atoms fuse to form helium, releasing enormous energy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425196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297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Our Sun is a medium-sized star — a yellow dwarf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074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The nearest star to the Sun is Proxima Centauri (4.2 light-years away)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 Cycle of a Star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17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Nebula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of gas and dust — star begins to form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Main Sequence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21945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star — fusing hydrogen into helium (our Sun is here)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971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Red Giant/Supergiant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29718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Expands as hydrogen runs out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70332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749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4a. Small star → White Dwarf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37490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Outer layers shed, core cools slowly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48056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526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4b. Massive star → Supernova → Neutron Star or Black Hole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45262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Explosive death, extreme remnants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Key Vocabulary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 恒星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massive ball of gas producing energy through nuclear fusion.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6052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Galaxy  星系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collection of billions of stars held together by gravity.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Milky Way  银河系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0956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galaxy — spiral shape, ~200 billion stars.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Light-Year  光年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light travels in one year (~9.46 trillion km).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6052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Nebula  星云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of gas and dust where stars are born.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Supernova  超新星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0956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Explosive death of a massive star.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Think-Pair-Share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0" y="1828800"/>
            <a:ext cx="9418320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C837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920240"/>
            <a:ext cx="8869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Sun is a medium-sized star, what would happen to Earth if the Sun were much larger?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How would temperature change?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What about the habitable zone?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4937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How long would it live?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Check Your Understanding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8988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What is a star made of?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96596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9842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Mainly hydrogen and helium — produces energy through nuclear fusion.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243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What is a galaxy?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320040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2186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 collection of billions of stars, gas, and dust held together by gravity.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587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What is a light-year?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443484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4531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The distance light travels in one year — about 9.46 trillion km.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932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What happens to a massive star when it dies?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97280" y="566928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56875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It explodes as a supernova, leaving a neutron star or black hole.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📌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Stars produce energy through nuclear fusion (hydrogen → helium)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77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Stars are born in nebulae and die as white dwarfs, neutron stars, or black holes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200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Galaxies are collections of billions of stars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23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0233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galaxy (Milky Way) is a spiral galaxy with ~200 billion stars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75488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46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846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Light-year = distance light travels in one year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30175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Self-Quiz and Review Games on mrzocchi.com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Stars &amp; Galaxies</dc:title>
  <dc:subject>PptxGenJS Presentation</dc:subject>
  <dc:creator>Mr Zocchi</dc:creator>
  <cp:lastModifiedBy>Mr Zocchi</cp:lastModifiedBy>
  <cp:revision>1</cp:revision>
  <dcterms:created xsi:type="dcterms:W3CDTF">2026-03-24T11:30:54Z</dcterms:created>
  <dcterms:modified xsi:type="dcterms:W3CDTF">2026-03-24T11:30:54Z</dcterms:modified>
</cp:coreProperties>
</file>