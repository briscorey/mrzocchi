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Collecting &amp; Organising Data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Maths · Probability &amp; Statistics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Types of Data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Qualitative: descriptive, not numbers (e.g., colour, favourite food)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Quantitative: numerical data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Discrete: counted, whole numbers (e.g., number of pets)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Continuous: measured, can be any value (e.g., height, weight)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data: you collect it yourself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data: someone else collected it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Collecting &amp; Organising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Tally charts: use marks (||||) to count — group in fives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tables: show how often each value appears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Two-way tables: organise data by two categories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sure your data collection is FAIR (no bias)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clear questions with distinct categories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can be qualitative or quantitative (discrete or continuous)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tally charts and frequency tables to organise data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= you collect; Secondary = others collected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bias: ask fair questions, use random samples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Collecting &amp; Organising Data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