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One-Step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unknown in one move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have ¥50 and buy a drink. You have ¥38 left. How much was the drink? You just solved an equation.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equation is a balance — whatever you do to one side, you must do to the other.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operation connects 50, the drink price, and 38?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write this as an equation using x?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'undoes' subtraction?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Equation?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an EQUALS SIGN — two balanced sides.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balance scale.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= finding the value that makes it true.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+ 12 = 50 → what value of x balances?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do to one side, you MUST do to the other.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Inverse Operations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 (+)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Subtraction (−)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+ 5 = 12 → x = 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Subtraction (−)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 (+)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− 3 = 10 → x =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Multiplication (×)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 (÷)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 = 20 → x =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 (÷)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Multiplication (×)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÷ 2 = 6 → x =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One-Step Equations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Drink problem: 50 − x = 38 → x = 12 (¥12 drink)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sticker pack: 3x = 9000₩ → x = 3000₩ each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train ticket: x + 5.90 = 15 → x = €9.10 (base fare)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canteen: x ÷ 4 = 12 → x = ¥48 (total before splitting)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Always Check Your Answer!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solving, substitute your answer back.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 = 12 → x = 7. Check: 7 + 5 = 12 ✓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 = 20 → x = 5. Check: 4(5) = 20 ✓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work, go back and find the mistake.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One-Step Equations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8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Equations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— The Basics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One-Step Equations</dc:title>
  <dc:subject>PptxGenJS Presentation</dc:subject>
  <dc:creator>Mr Zocchi</dc:creator>
  <cp:lastModifiedBy>Mr Zocchi</cp:lastModifiedBy>
  <cp:revision>1</cp:revision>
  <dcterms:created xsi:type="dcterms:W3CDTF">2026-03-23T07:47:18Z</dcterms:created>
  <dcterms:modified xsi:type="dcterms:W3CDTF">2026-03-23T07:47:18Z</dcterms:modified>
</cp:coreProperties>
</file>