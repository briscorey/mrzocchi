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Drift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Earth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Wegener's Theory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Wegener proposed that continents were once joined as 'Pangaea'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Pangaea (~300 million years ago) slowly broke apart and drifted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 fit together like a jigsaw puzzle (especially Africa + South America)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theory was rejected at first — he couldn't explain HOW continents moved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for Continental Drift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FOSSIL evidence: same fossils on continents now separated by oceans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evidence: matching rock types and mountain chains across continents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evidence: tropical plant fossils found in cold regions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COASTLINE match: Africa and South America fit together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discovery: convection currents explain the mechanism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Pangaea = ancient supercontinent that broke apart ~200 million years ago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matching fossils, rocks, mountains, and coastlines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Wegener's theory was rejected because he had no mechanism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(discovered later) provided the missing explanation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Continental Drift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