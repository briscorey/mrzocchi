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Understanding Fractions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Mathematics · Mr Zocchi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47472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2 · Fractions &amp; Decimals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371600" y="914400"/>
            <a:ext cx="64008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71600" y="914400"/>
            <a:ext cx="91440" cy="32004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1097280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a Fraction?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0" y="1828800"/>
            <a:ext cx="56692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fraction represents a part of a whole. The top number (numerator) tells us how many parts we have. The bottom number (denominator) tells us how many equal parts the whole is divided into. Example: ³⁄₄ means 3 out of 4 equal parts.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Types of Fractions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Fractions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Numerator &lt; denominator. Value is less than 1. Examples: ½, ³⁄₄, ²⁄₅. These are 'part of a whole'.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Improper Fractions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Numerator ≥ denominator. Value is 1 or greater. Examples: ⁵⁄₃, ⁷⁄₄, ⁹⁄₂. 'More than a whole'.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Numbers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364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whole number plus a fraction. Examples: 1½, 2³⁄₄. Convert from improper: ⁷⁄₄ = 1³⁄₄ (7÷4 = 1 remainder 3).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Fractions of Amounts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a fraction of an amount: divide by denominator, multiply by numerator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¾ of 20: 20 ÷ 4 = 5, then 5 × 3 = 15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²⁄₅ of 30: 30 ÷ 5 = 6, then 6 × 2 = 12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 because ¹⁄₄ of 20 = 5, so ³⁄₄ = 3 × 5 = 15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188720"/>
            <a:ext cx="3840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46320" y="1188720"/>
            <a:ext cx="38404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5120640" y="1371600"/>
            <a:ext cx="32918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Fractions on a Number Line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Fractions sit between whole numbers on the number line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½ is exactly halfway between 0 and 1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¼ is halfway between 0 and ½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Equivalent fractions sit at the SAME point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Improper fractions and mixed numbers extend beyond 1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 = part of a whole. Numerator (top) ÷ denominator (bottom)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&lt; 1; improper ≥ 1; mixed = whole + fraction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improper to mixed: divide numerator by denominator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 of amount: divide by denominator, multiply by numerator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Fractions represent points on the number line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Understanding Fractions</dc:title>
  <dc:subject>PptxGenJS Presentation</dc:subject>
  <dc:creator>Mr Zocchi</dc:creator>
  <cp:lastModifiedBy>Mr Zocchi</cp:lastModifiedBy>
  <cp:revision>1</cp:revision>
  <dcterms:created xsi:type="dcterms:W3CDTF">2026-03-23T04:01:17Z</dcterms:created>
  <dcterms:modified xsi:type="dcterms:W3CDTF">2026-03-23T04:01:17Z</dcterms:modified>
</cp:coreProperties>
</file>