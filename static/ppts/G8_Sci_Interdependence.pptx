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8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Interdependence &amp; Symbiosis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organisms depend on each other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NIS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Interdependence?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Organisms in an ecosystem depend on each other for survival.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Predators depend on prey. Prey depends on producers.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species is removed, it affects the whole system.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ecosystems are described as systems.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3200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 of Symbiosis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Mutualism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benefit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Bee pollinates flower; gets nectar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Commensalism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benefits, other unaffected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Barnacles on a whale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Parasitism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benefits at other's expense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Tapeworm in a host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learnlattice.org/students/exam-revision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Interdependence</dc:title>
  <dc:subject>PptxGenJS Presentation</dc:subject>
  <dc:creator>Mr Zocchi</dc:creator>
  <cp:lastModifiedBy>Mr Zocchi</cp:lastModifiedBy>
  <cp:revision>1</cp:revision>
  <dcterms:created xsi:type="dcterms:W3CDTF">2026-03-21T12:00:06Z</dcterms:created>
  <dcterms:modified xsi:type="dcterms:W3CDTF">2026-03-21T12:00:06Z</dcterms:modified>
</cp:coreProperties>
</file>