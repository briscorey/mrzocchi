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Ecology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Revision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know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9C46A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E9C46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Ecosystems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= biotic + abiotic factors interacting.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→ Population → Community → Ecosystem → Biome → Biosphere.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Xuanwu Lake, Korean DMZ, Black Forest — all ecosystems.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9C46A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Feeding &amp; Energy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E9C46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Feeding &amp; Energy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 → Primary → Secondary → Tertiary consumer.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~10% of energy transfers per level.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lost as heat, waste, movement.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show interconnected relationships.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9C46A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Interdependence &amp; Human Impact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828800" cy="54864"/>
          </a:xfrm>
          <a:prstGeom prst="rect">
            <a:avLst/>
          </a:prstGeom>
          <a:solidFill>
            <a:srgbClr val="E9C46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 Picture Recap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Mutualism, parasitism, competition.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cascades: one change ripples through the web.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impact: deforestation, pollution, overfishing, climate change.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Solutions: Yangtze ban, panda conservation, Germany's Energiewende.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 — everything is connected.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Ecology — Full Revision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