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Separating Mixtures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Science · Mr Zocchi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2 · Chemistry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Separation Techniques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an insoluble solid from a liquid. The mixture is poured through filter paper in a funnel. Solid stays in paper (residue), liquid passes through (filtrate). Example: sand from water.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Evaporation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a dissolved solid from a solution. Heat the solution — water evaporates, solid crystals remain. Example: getting salt from salt water.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a liquid from a solution. Heat to boil — steam rises, passes through a condenser, cools back to liquid. Collects the pure solvent. Example: pure water from salt water.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Techniques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Chromatography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mixtures of colours/dyes. A spot of mixture is placed on paper. Solvent travels up the paper carrying different substances at different speeds. Example: separating ink colours.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Separation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magnetic materials from non-magnetic. Use a magnet to attract iron or steel. Example: iron filings from sand.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Sieving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solids of different sizes. Smaller particles pass through the mesh, larger ones stay. Example: separating gravel from sand.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the Right Method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Insoluble solid + liquid → Filtration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Dissolved solid from solution → Evaporation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liquid from solution → Distillation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 of colours → Chromatography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+ non-magnetic → Magnet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sized solids → Sieving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0" y="1188720"/>
            <a:ext cx="384048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37160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vs Evaporation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Evaporation: you KEEP the solid, lose the liquid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Distillation: you KEEP the liquid, lose the solid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needs a condenser to cool the steam back to liquid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use heat energy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gives you PURE water; evaporation gives you salt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Filtration: insoluble solid from liquid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Evaporation: dissolved solid from solution (keep the solid)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Distillation: pure liquid from solution (keep the liquid)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Chromatography: separates mixtures of colours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method based on what you want to keep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Separating Mixtures</dc:title>
  <dc:subject>PptxGenJS Presentation</dc:subject>
  <dc:creator>Mr Zocchi</dc:creator>
  <cp:lastModifiedBy>Mr Zocchi</cp:lastModifiedBy>
  <cp:revision>1</cp:revision>
  <dcterms:created xsi:type="dcterms:W3CDTF">2026-03-23T04:01:17Z</dcterms:created>
  <dcterms:modified xsi:type="dcterms:W3CDTF">2026-03-23T04:01:17Z</dcterms:modified>
</cp:coreProperties>
</file>