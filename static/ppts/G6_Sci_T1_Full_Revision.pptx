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Skills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Scientific Skills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Safety Essentials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Goggles on. Hair tied. No eating/drinking. Report all accidents. Know where safety equipment 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Symbols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Flammable, Corrosive, Toxic, Irritant, Oxidising — learn to recognise all five symbols.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 equipment. Wipe surfaces. Dispose chemicals correctly. Wash hands.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Scientific Method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Steps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→ Research → Hypothesise → Experiment → Analyse → Conclude. It's a cycle — conclusions lead to new questions.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Format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'If [independent variable changes], then [dependent variable will...], because [scientific reasoning].'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Test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variable (independent). Measure ONE variable (dependent). Keep EVERYTHING else the same (controlled).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Measurement &amp; Data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Length: m. Mass: g. Volume: L/mL. Temperature: °C. Time: s. Always read at eye level.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 = ×1000. milli = ÷1000. Example: 3.5 km = 3500 m. 250 mL = 0.25 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= categories. Line = continuous. Pie = proportions. Always label axes with name + unit.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safety: goggles, no food, report accidents, know hazard symbols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method: 6 steps, hypothesis = If...then...because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independent (change), dependent (measure), controlled (same)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units: m, g, L, °C, s — read at eye level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Graphs: bar (categories), line (continuous), pie (proportions)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Skills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