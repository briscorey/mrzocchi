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Transfers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Physics — Energy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energy is transferred between stores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four pathways of energy transfer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energy transfer diagrams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Transfer Pathways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(by forces)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Pushing, pulling, stretching — contact forces transfer energy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circuits — energy transferred by moving charges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Conduction, convection, radiation — from hot to cold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Radiation (waves)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Light, sound — energy carried by waves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is never created or destroyed, only transferred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Transfer Examples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Kettle: electrical → thermal (heating water)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Car engine: chemical → kinetic + thermal (+ sound)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Solar panel: radiation (light) → electrical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Falling ball: gravitational PE → kinetic → thermal + sound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Battery → torch: chemical → electrical → light + thermal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 转移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moving from one store to another.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 机械的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transfer by forces (pushing, pulling).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Radiation  辐射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carried by waves (light, infrared, sound).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Conduction  传导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transfer through solids by vibrating particles.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Convection  对流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transfer in fluids by moving particles.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Dissipated  耗散的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spread out into the surroundings (usually as heat).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you rub your hands together, they get warm. Trace the full energy transfer pathway.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energy store do you start with?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is the transfer mechanism?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Where does the thermal energy come from?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Name the four energy transfer pathways.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Mechanical, electrical, heating, radiation.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How does a kettle transfer energy?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Electrical pathway → thermal energy store of the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does 'dissipated' mean?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Energy spread into the surroundings as heat — not useful anymore.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Energy transfer in a torch?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Chemical (battery) → electrical → light + thermal (dissipated).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transfers between stores through four pathways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Mechanical, electrical, heating, and radiation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is never created or destroyed (conservation)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transfers waste some energy as heat (dissipated)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transfer diagrams show stores and pathways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Transfers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