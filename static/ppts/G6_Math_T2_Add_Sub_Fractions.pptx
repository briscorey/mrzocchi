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&amp; Subtracting Fractions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Fractions &amp; Decimals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Denominators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denominators are the same → just add/subtract the numerators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3/7 + 2/7 = 5/7 (add numerators, keep denominator)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5/8 - 3/8 = 2/8 = 1/4 (simplify if possible)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denominator tells you the SIZE of the pieces — must be the same size to combine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Denominators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common denominator (LCM of both denominators)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both fractions to equivalent fractions with that denominator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add or subtract the numerators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1/3 + 1/4 → LCM of 3 and 4 = 12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1/3 = 4/12 and 1/4 = 3/12 → 4/12 + 3/12 = 7/12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answer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denominators: add/subtract numerators, keep denominator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denominators: find LCM, convert, then add/subtract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numbers: convert to improper first, or add whole parts separately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Adding &amp; Subtracting Fractions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