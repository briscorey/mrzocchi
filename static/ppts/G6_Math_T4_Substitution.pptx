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Substitution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4 · Algebra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Replacing Letters with Numbers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means replacing a letter with a specific number to calculate the value of an expression. If x = 4, then 3x + 2 = 3(4) + 2 = 12 + 2 = 14. Follow BIDMAS rules when calculating.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= 5: 2a + 3 = 2(5) + 3 = 10 + 3 = 13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 = 3: n² + 1 = 3² + 1 = 9 + 1 =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= 4, y = 2: 3x − y = 3(4) − 2 = 12 − 2 =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 = −2: 5p + 1 = 5(−2) + 1 = −10 + 1 = −9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 = 6: t/2 + 4 = 6/2 + 4 = 3 + 4 = 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to multiply: 3x when x=4 is 12, NOT 34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using BIDMAS: 2 + 3x when x=4 is 2 + 12 = 14, NOT 20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Squaring negatives: (−3)² = 9 (positive!), but −3² = −9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substituting every occurrence of the letter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the letter instead of the number in the answer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= 3 and b = 7: a + b = 10, ab = 21, a² + b = 16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x = −4: 2x + 10 = 2(−4) + 10 = −8 + 10 = 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Area = ½bh. If b = 6, h = 8: A = ½ × 6 × 8 = 24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= 2(l + w). If l = 12, w = 5: P = 2(17) = 34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is used in formulas throughout maths and science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= replacing letters with numbers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BIDMAS when calculating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means 3 × x (not 'thirty-x')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(−3)² = 9 but −3² = −9 — brackets matter!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formulas: area, perimeter, speed, etc.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Substitution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