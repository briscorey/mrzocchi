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Energy Store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2 · Physics — Energy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and describe the main energy stores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examples of each energy store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energy stores in everyday situations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Stores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of a moving object (faster = more kinetic energy)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related to temperature (hotter = more thermal energy)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stored in bonds (food, fuel, batteries)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Gravitational Potential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due to height (higher = more GPE)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Potential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in a stretched or compressed object (springs, rubber bands)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52578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303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53035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stored in atomic nuclei (nuclear power, the Sun)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Identifying Energy Stores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around us involves energy stores.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 ball at the top of a hill → gravitational potential energy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 moving car → kinetic energy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Food on your plate → chemical energy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 stretched elastic band → elastic potential energy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Hot water → thermal energy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8064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The Sun → nuclear energy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 能量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capacity to do work or cause change. Measured in Joules (J).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Kinetic  动能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of movement. More speed = more KE.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 热能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related to temperature.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 化学能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stored in chemical bonds.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Gravitational PE  重力势能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due to height above ground.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PE  弹性势能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stored in stretched/compressed objects.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Name the energy store in a stretched spring.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Elastic potential energy.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What type of energy does food contain?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Chemical energy (stored in chemical bonds).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A ball rolls down a hill. What energy change occurs?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Gravitational potential energy → kinetic energy.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What unit is energy measured in?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Joules (J).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stored in different ways: kinetic, thermal, chemical, GPE, elastic, nuclear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is measured in Joules (J)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objects have kinetic energy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Objects at height have gravitational potential energy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Food, fuel, and batteries store chemical energy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Energy Store</dc:title>
  <dc:subject>PptxGenJS Presentation</dc:subject>
  <dc:creator>Mr Zocchi</dc:creator>
  <cp:lastModifiedBy>Mr Zocchi</cp:lastModifiedBy>
  <cp:revision>1</cp:revision>
  <dcterms:created xsi:type="dcterms:W3CDTF">2026-03-24T11:35:31Z</dcterms:created>
  <dcterms:modified xsi:type="dcterms:W3CDTF">2026-03-24T11:35:31Z</dcterms:modified>
</cp:coreProperties>
</file>