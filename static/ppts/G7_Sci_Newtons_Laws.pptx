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Newton's Laws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Motion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explain how everything moves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China's Long March 5 rocket weighs 867 tonnes. How does it lift off the ground?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Third Law: the rocket pushes gas down, the gas pushes the rocket 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forces act on a rocket at launch?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heavier rocket need more fuel?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there were no gravity?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Newton's First Law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stays at rest or moves at constant speed UNLESS an unbalanced force acts.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Law of Inertia.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 force → no change in motion.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hockey puck slides on ice for a long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German Autobahn (no speed limit sections), a car at constant 200 km/h has balanced forces.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Newton's Second Law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= Mass × Acceleration (F = ma).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→ more acceleration.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mass → less acceleration.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truck is harder to push than a bicycle.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in Newtons, m is in kilograms, a is in m/s².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Newton's Third Law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action, there is an equal and opposite reaction.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always come in PAIRS.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wall → wall pushes back equally.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pushes gas down → gas pushes rocket up.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forces act on DIFFERENT objects.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space programme (CNSA) relies on Newton's Third Law for every launch from Wenchang.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Newton's Laws Summary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 force = no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causes acceleration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opposite reaction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Action-Reaction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Three Laws of Motion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TED-Ed  •  4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 — The Whole Chapter in 15 Minutes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15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Second Law (F = ma)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4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Newton's Laws of Motion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