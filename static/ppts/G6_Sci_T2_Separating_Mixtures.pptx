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Separating Mixtures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for separating different components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an insoluble solid from a liquid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Evaporation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liquid to leave dissolved solid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Distillation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liquids by boiling point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Chromatography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dissolved substances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solid left in the filter paper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Filtrate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that passes through the filter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the Right Technique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Separates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Insoluble solid from liquid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 from water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Dissolved solid from liquid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 from salt water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liquids / liquid from 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from salt water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Chromatography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Dissolved coloured substances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Dyes in ink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separation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from non-magnetic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 filings from sand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Filtration — Step by Step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Fold filter paper into a cone shape.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Place it in a funnel over a beaker.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Pour the mixture through the filter paper.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The RESIDUE (solid) stays in the filter paper.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The FILTRATE (liquid) passes through into the beaker.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because the solid particles are too big to pass through the paper.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Filtration only works for INSOLUBLE solids — dissolved substances pass straight through.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Distillation — Separating Liquids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when you want to KEEP the liquid (evaporation loses it).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the solution — the liquid with the LOWEST boiling point evaporates first.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travels into a condenser (cold tube) and turns back to liquid.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collected liquid is called the DISTILLATE.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getting pure water from salt water.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 uses differences in BOILING POINT to separate liquids.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Chromatography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separate dissolved coloured substances (like ink dyes).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spot of ink is placed on paper, and solvent moves up through 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dyes travel different distances — they separate into bands.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colour band is a different substance in the ink.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technique is used in forensic science to analyse evidence.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further a substance travels, the more soluble it is in the solvent.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choose the correct separation technique for a mixture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describe filtration, evaporation, distillation, and chromatography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the difference between residue and filtrate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why each technique works (the science behind it)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when to use distillation instead of evaporation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technique depends on the PROPERTIES of the substances in the mixture.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Separating Mixtures</dc:title>
  <dc:subject>PptxGenJS Presentation</dc:subject>
  <dc:creator>Mr Zocchi</dc:creator>
  <cp:lastModifiedBy>Mr Zocchi</cp:lastModifiedBy>
  <cp:revision>1</cp:revision>
  <dcterms:created xsi:type="dcterms:W3CDTF">2026-03-24T11:14:12Z</dcterms:created>
  <dcterms:modified xsi:type="dcterms:W3CDTF">2026-03-24T11:14:12Z</dcterms:modified>
</cp:coreProperties>
</file>