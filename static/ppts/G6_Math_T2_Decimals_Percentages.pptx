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Decimals &amp;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Percentages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between fractions, decimals, and percentages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Decimal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with a decimal point (e.g. 0.75)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Percentage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100 (e.g. 75%)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7744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one form to another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FDP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Fractions, Decimals, Percentages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FDP Equivalents You Must Know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621280"/>
                <a:gridCol w="2621280"/>
                <a:gridCol w="2621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Decimal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Percentage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⅕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0.333...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Convert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24688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24688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234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Fraction → Decimal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1737360"/>
            <a:ext cx="21945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numerator by denominator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¾ = 3 ÷ 4 = 0.75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give recurring decimals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⅓ = 0.333...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4688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051560"/>
            <a:ext cx="2468880" cy="54864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234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Decimal → Percentage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1737360"/>
            <a:ext cx="21945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by 100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 × 100 = 75%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move decimal point 2 places right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 = 5%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852160" y="1051560"/>
            <a:ext cx="24688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52160" y="1051560"/>
            <a:ext cx="2468880" cy="54864"/>
          </a:xfrm>
          <a:prstGeom prst="rect">
            <a:avLst/>
          </a:prstGeom>
          <a:solidFill>
            <a:srgbClr val="9B9690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1234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Percentage → Fraction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89320" y="1737360"/>
            <a:ext cx="21945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over 100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= 75/100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Simplify: 75/100 = ¾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simplify!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Percentages of Amounts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= divide by 10. Example: 10% of 80 = 8.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= half of 10%. Example: 5% of 80 = 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 = divide by 100. Example: 1% of 80 = 0.8.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up from these: 35% = 3 × 10% + 5% = 24 + 4 = 28.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use: percentage ÷ 100 × amount. Example: 35% of 80 = 0.35 × 80 = 28.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10% method is great for mental maths — find 10%, then build up.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convert between fractions, decimals, and percentages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the key FDP equivalents by heart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find percentages of amounts (10% method)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order fractions, decimals, and percentages on a number line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understand that FDP are just different ways of showing the same value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½ = 0.5 = 50% — three ways of writing the same thing.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Decimals &amp; Percentages</dc:title>
  <dc:subject>PptxGenJS Presentation</dc:subject>
  <dc:creator>Mr Zocchi</dc:creator>
  <cp:lastModifiedBy>Mr Zocchi</cp:lastModifiedBy>
  <cp:revision>1</cp:revision>
  <dcterms:created xsi:type="dcterms:W3CDTF">2026-03-24T11:21:05Z</dcterms:created>
  <dcterms:modified xsi:type="dcterms:W3CDTF">2026-03-24T11:21:05Z</dcterms:modified>
</cp:coreProperties>
</file>