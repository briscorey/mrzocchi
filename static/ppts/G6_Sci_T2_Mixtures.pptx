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Mixtures &amp; Solutions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2 · Chemistry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 Mixture?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mixture is two or more substances combined together that are NOT chemically bonded. Each substance keeps its own properties. Mixtures can be separated by physical methods. Examples: salt water, air, sand and iron filings.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Mixtures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solute dissolves in a solvent to form a solution. Example: salt (solute) dissolves in water (solvent). The solution is transparent — you cannot see the particles.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Suspensions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are mixed but do NOT dissolve. They are large enough to see and will eventually settle. Example: muddy water, orange juice with pulp.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Colloids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are between solution and suspension size. They don't settle and scatter light (Tyndall effect). Example: milk, fog, smoke.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Dissolving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Dissolving is a physical change — no new substance is formed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solute particles spread evenly between solvent particles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saturated solution cannot dissolve any more solute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Factors that speed up dissolving: stirring, heating, crushing the solute into smaller pieces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dissolved substance is still there — you can get it back by evaporating the solvent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Vocabulary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Solute — the substance that dissolves (e.g. salt)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 — the liquid that does the dissolving (e.g. water)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— solute + solvent mixed evenly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Soluble — CAN dissolve in a solvent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Insoluble — CANNOT dissolve in a solvent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Saturated — no more solute can dissolve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Mixtures: two+ substances not chemically bonded, keep own properties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Solutions: solute dissolves in solvent, transparent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Dissolving is faster with heat, stirring, and smaller particles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Saturated = no more solute can dissolve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Mixtures can be separated by physical methods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Mixtures &amp; Solutions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