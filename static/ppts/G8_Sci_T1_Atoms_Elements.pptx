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731520"/>
            <a:ext cx="2011680" cy="411480"/>
          </a:xfrm>
          <a:prstGeom prst="roundRect">
            <a:avLst>
              <a:gd name="adj" fmla="val 33333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7315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8 SCIENCE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Atoms &amp; Elements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1 · Chemistry — The Periodic Table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56692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 ZOCCHI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60350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🎯 Learning Objectives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you will be able to: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121408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12140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63040" y="2057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the structure of an atom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274320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852928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8529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63040" y="27889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what protons, neutrons, and electrons are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47472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584448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58444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63040" y="3520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 the number of subatomic particles from atomic and mass numbers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an Atom?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25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in the universe is made of atoms.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9202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9659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The smallest particle of an element that still has its properties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6974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7432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Made up of three subatomic particles: protons, neutrons, electrons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4747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520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Nucleus (centre) contains protons (+) and neutrons (0)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425196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42976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Electrons (−) orbit the nucleus in shells/energy levels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50292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50749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Atoms are incredibly small — about 0.1 nanometres across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Subatomic Particles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173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754880" y="141732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Positive charge (+1), found in nucleus, relative mass = 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1488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1945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Neutron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54880" y="219456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charge (0), found in nucleus, relative mass = 1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29260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29718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Electron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754880" y="297180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 charge (−1), orbits nucleus, relative mass = ~0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7033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7490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 Number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754880" y="374904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number of protons (defines the element)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448056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452628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Mass Number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754880" y="452628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protons + neutrons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📖 Key Vocabulary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  原子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Smallest particle of an element with its properties.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6052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Proton  质子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29768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Positive particle in the nucleus. Defines the element.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7240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0956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Neutron  中子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90956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Neutral particle in the nucleus.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Electron  电子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 particle orbiting the nucleus in shells.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6052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9768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 Number  原子序数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29768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of protons. Identifies the element.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77240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0956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Mass Number  质量数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90956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Protons + neutrons in the nucleus.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✏️ Finding Subatomic Particles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0972800" cy="914400"/>
          </a:xfrm>
          <a:prstGeom prst="roundRect">
            <a:avLst>
              <a:gd name="adj" fmla="val 12000"/>
            </a:avLst>
          </a:prstGeom>
          <a:solidFill>
            <a:srgbClr val="FFF8E7"/>
          </a:solidFill>
          <a:ln w="19050">
            <a:solidFill>
              <a:srgbClr val="E9C46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1732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Carbon has atomic number 6 and mass number 12. How many protons, neutrons, and electrons?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2651760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651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80160" y="2606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Protons = atomic number = 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3337560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3337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80160" y="32918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Neutrons = mass number − atomic number = 12 − 6 = 6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4023360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0233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80160" y="3977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Electrons = protons (in a neutral atom) = 6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31520" y="4709160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4709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80160" y="4663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Carbon-12 has 6 protons, 6 neutrons, 6 electrons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🧠 Check Your Understanding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8988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Q1: What are the three subatomic particles?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097280" y="196596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198424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Protons (+1, nucleus), neutrons (0, nucleus), electrons (−1, orbiting).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62432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Q2: Oxygen: atomic number 8, mass number 16. Neutrons?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97280" y="320040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321868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16 − 8 = 8 neutrons.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8587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Q3: What determines which element an atom is?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97280" y="443484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5" name="Text 13"/>
          <p:cNvSpPr/>
          <p:nvPr/>
        </p:nvSpPr>
        <p:spPr>
          <a:xfrm>
            <a:off x="1371600" y="445312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The number of protons (atomic number).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07492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09320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Q4: Where are electrons found?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097280" y="566928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9" name="Text 17"/>
          <p:cNvSpPr/>
          <p:nvPr/>
        </p:nvSpPr>
        <p:spPr>
          <a:xfrm>
            <a:off x="1371600" y="568756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Orbiting the nucleus in shells/energy levels.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📌 Key Takeaways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155448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Atoms contain protons (+), neutrons (0), and electrons (−)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28600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3774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2377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Protons and neutrons are in the nucleus; electrons orbit in shells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310896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2004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71600" y="3200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 number = protons; Mass number = protons + neutrons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93192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0233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402336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number of protons defines which element it is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475488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8463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4846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neutral atom, protons = electrons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0"/>
            <a:ext cx="12188952" cy="7315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82880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0" y="301752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Self-Quiz and Review Games on mrzocchi.com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0" y="502920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Atoms &amp; Elements</dc:title>
  <dc:subject>PptxGenJS Presentation</dc:subject>
  <dc:creator>Mr Zocchi</dc:creator>
  <cp:lastModifiedBy>Mr Zocchi</cp:lastModifiedBy>
  <cp:revision>1</cp:revision>
  <dcterms:created xsi:type="dcterms:W3CDTF">2026-03-24T11:35:31Z</dcterms:created>
  <dcterms:modified xsi:type="dcterms:W3CDTF">2026-03-24T11:35:31Z</dcterms:modified>
</cp:coreProperties>
</file>