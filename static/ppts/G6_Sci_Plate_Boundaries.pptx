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 Boundaries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where plates meet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Tectonic Plates?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outer shell is broken into large pieces called tectonic plates.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plates float on the mantle and move slowly due to convection currents.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plates meet, we call it a plate boundary.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types of plate boundary.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of Boundary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move apart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Magma rises; new crust forms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Mid-Atlantic 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push together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Subduction or mountains 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Andes Mountains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slide past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 causes earthquakes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Andreas 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Divergent Boundaries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pull apart from each other.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Magma from the mantle rises to fill the gap.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oceanic crust is created — this is sea-floor spreading.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Mid-Atlantic Ridge (underwater mountain chain).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land: creates rift valleys (e.g. East African Rift).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Boundaries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push together (collide).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+ Continent: denser oceanic plate sinks under (subduction) → volcanoes and trenches.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 + Continent: neither sinks → crust crumples upward → fold mountains.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Himalayas (India crashing into Asia).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Andes (Nazca plate subducting under South America).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 Boundaries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slide past each other sideways.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builds up stress over time.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releases suddenly → earthquake.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San Andreas Fault, California.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volcanoes at transform boundaries — only earthquakes.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Tectonic plate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large slab of Earth's crust and upper mantle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move apart; new crust forms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push together; subduction or mountains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slide past each other; earthquakes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Subduction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oceanic plate sinks beneath another plate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Sea-floor spreading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crust forms as magma fills a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Boundaries</dc:title>
  <dc:subject>PptxGenJS Presentation</dc:subject>
  <dc:creator>Mr Zocchi</dc:creator>
  <cp:lastModifiedBy>Mr Zocchi</cp:lastModifiedBy>
  <cp:revision>1</cp:revision>
  <dcterms:created xsi:type="dcterms:W3CDTF">2026-03-21T11:56:04Z</dcterms:created>
  <dcterms:modified xsi:type="dcterms:W3CDTF">2026-03-21T11:56:04Z</dcterms:modified>
</cp:coreProperties>
</file>