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Factors, Multiples &amp; Primes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Maths · Number Sense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mrzocchi.com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are numbers that divide exactly into another number (no remainder)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of 12: 1, 2, 3, 4, 6, 12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come in pairs: 1×12, 2×6, 3×4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has at least two factors: 1 and itself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HCF (Highest Common Factor): the largest factor shared by two numbers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Multiples &amp; Primes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Multiples: the times table of a number (e.g., multiples of 3: 3, 6, 9, 12...)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LCM (Lowest Common Multiple): smallest multiple shared by two numbers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numbers: only TWO factors — 1 and itself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primes: 2, 3, 5, 7, 11, 13, 17, 19, 23...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is the only EVEN prime number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is NOT a prime number (only one factor)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divide into a number exactly; multiples are the times table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HCF = highest common factor; LCM = lowest common multiple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numbers have exactly 2 factors (1 and themselves)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is not prime; 2 is the only even prime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</a:rPr>
              <a:t>mrzocchi.com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Factors, Multiples &amp; Primes</dc:title>
  <dc:subject>PptxGenJS Presentation</dc:subject>
  <dc:creator>Mr Zocchi</dc:creator>
  <cp:lastModifiedBy>Mr Zocchi</cp:lastModifiedBy>
  <cp:revision>1</cp:revision>
  <dcterms:created xsi:type="dcterms:W3CDTF">2026-03-23T03:58:41Z</dcterms:created>
  <dcterms:modified xsi:type="dcterms:W3CDTF">2026-03-23T03:58:41Z</dcterms:modified>
</cp:coreProperties>
</file>