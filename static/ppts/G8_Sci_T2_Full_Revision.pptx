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4" name="Shape 2"/>
          <p:cNvSpPr/>
          <p:nvPr/>
        </p:nvSpPr>
        <p:spPr>
          <a:xfrm>
            <a:off x="731520" y="731520"/>
            <a:ext cx="2011680" cy="411480"/>
          </a:xfrm>
          <a:prstGeom prst="roundRect">
            <a:avLst>
              <a:gd name="adj" fmla="val 33333"/>
            </a:avLst>
          </a:prstGeom>
          <a:solidFill>
            <a:srgbClr val="1B2A4A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73152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GRADE 8 SCIENCE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31520" y="1828800"/>
            <a:ext cx="10058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📚 Energy — Full Revision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731520" y="32004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 2 · Physics — Energy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56692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 ZOCCHI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31520" y="603504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9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🎯 Learning Objectives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you will be able to: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31520" y="2011680"/>
            <a:ext cx="10515600" cy="594360"/>
          </a:xfrm>
          <a:prstGeom prst="roundRect">
            <a:avLst>
              <a:gd name="adj" fmla="val 15385"/>
            </a:avLst>
          </a:prstGeom>
          <a:solidFill>
            <a:srgbClr val="F3F1EE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2121408"/>
            <a:ext cx="365760" cy="365760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12140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463040" y="205740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all energy concepts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2743200"/>
            <a:ext cx="10515600" cy="594360"/>
          </a:xfrm>
          <a:prstGeom prst="roundRect">
            <a:avLst>
              <a:gd name="adj" fmla="val 15385"/>
            </a:avLst>
          </a:prstGeom>
          <a:solidFill>
            <a:srgbClr val="F3F1EE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2852928"/>
            <a:ext cx="365760" cy="365760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285292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463040" y="278892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Apply efficiency calculations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31520" y="3474720"/>
            <a:ext cx="10515600" cy="594360"/>
          </a:xfrm>
          <a:prstGeom prst="roundRect">
            <a:avLst>
              <a:gd name="adj" fmla="val 15385"/>
            </a:avLst>
          </a:prstGeom>
          <a:solidFill>
            <a:srgbClr val="F3F1EE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3584448"/>
            <a:ext cx="365760" cy="365760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15" name="Text 13"/>
          <p:cNvSpPr/>
          <p:nvPr/>
        </p:nvSpPr>
        <p:spPr>
          <a:xfrm>
            <a:off x="914400" y="358444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463040" y="352044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Evaluate energy sources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8" name="Text 16"/>
          <p:cNvSpPr/>
          <p:nvPr/>
        </p:nvSpPr>
        <p:spPr>
          <a:xfrm>
            <a:off x="10058400" y="6537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Unit Overview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31520" y="132588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formula: Efficiency = useful output ÷ total input × 100%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31520" y="192024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635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196596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Energy Stores — kinetic, thermal, chemical, GPE, elastic, nuclear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31520" y="269748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8F6F3"/>
          </a:solidFill>
          <a:ln w="6350">
            <a:solidFill>
              <a:srgbClr val="E5E2D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05840" y="27432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Energy Transfers — mechanical, electrical, heating, radiation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47472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6350">
            <a:solidFill>
              <a:srgbClr val="E5E2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35204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Conservation — energy can't be created or destroyed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731520" y="425196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8F6F3"/>
          </a:solidFill>
          <a:ln w="6350">
            <a:solidFill>
              <a:srgbClr val="E5E2D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05840" y="429768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Efficiency — useful output ÷ total input × 100%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31520" y="502920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6350">
            <a:solidFill>
              <a:srgbClr val="E5E2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507492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Energy Sources — renewable vs non-renewable, sustainability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6" name="Text 14"/>
          <p:cNvSpPr/>
          <p:nvPr/>
        </p:nvSpPr>
        <p:spPr>
          <a:xfrm>
            <a:off x="10058400" y="6537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🧠 Check Your Understanding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1097280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389888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Q1: A heater uses 2000 J and produces 1800 J of heat. Efficiency?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1097280" y="1965960"/>
            <a:ext cx="10424160" cy="502920"/>
          </a:xfrm>
          <a:prstGeom prst="roundRect">
            <a:avLst>
              <a:gd name="adj" fmla="val 14545"/>
            </a:avLst>
          </a:prstGeom>
          <a:solidFill>
            <a:srgbClr val="F3F1EE"/>
          </a:solidFill>
          <a:ln/>
        </p:spPr>
      </p:sp>
      <p:sp>
        <p:nvSpPr>
          <p:cNvPr id="7" name="Text 5"/>
          <p:cNvSpPr/>
          <p:nvPr/>
        </p:nvSpPr>
        <p:spPr>
          <a:xfrm>
            <a:off x="1371600" y="1984248"/>
            <a:ext cx="9875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1800 ÷ 2000 × 100 = 90%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2606040"/>
            <a:ext cx="1097280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624328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Q2: What energy transfer happens when a ball is thrown upward?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1097280" y="3200400"/>
            <a:ext cx="10424160" cy="502920"/>
          </a:xfrm>
          <a:prstGeom prst="roundRect">
            <a:avLst>
              <a:gd name="adj" fmla="val 14545"/>
            </a:avLst>
          </a:prstGeom>
          <a:solidFill>
            <a:srgbClr val="F3F1EE"/>
          </a:solidFill>
          <a:ln/>
        </p:spPr>
      </p:sp>
      <p:sp>
        <p:nvSpPr>
          <p:cNvPr id="11" name="Text 9"/>
          <p:cNvSpPr/>
          <p:nvPr/>
        </p:nvSpPr>
        <p:spPr>
          <a:xfrm>
            <a:off x="1371600" y="3218688"/>
            <a:ext cx="9875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Kinetic energy → gravitational potential energy (+ some thermal/sound).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840480"/>
            <a:ext cx="1097280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3858768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Q3: Why are fossil fuels unsustainable?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1097280" y="4434840"/>
            <a:ext cx="10424160" cy="502920"/>
          </a:xfrm>
          <a:prstGeom prst="roundRect">
            <a:avLst>
              <a:gd name="adj" fmla="val 14545"/>
            </a:avLst>
          </a:prstGeom>
          <a:solidFill>
            <a:srgbClr val="F3F1EE"/>
          </a:solidFill>
          <a:ln/>
        </p:spPr>
      </p:sp>
      <p:sp>
        <p:nvSpPr>
          <p:cNvPr id="15" name="Text 13"/>
          <p:cNvSpPr/>
          <p:nvPr/>
        </p:nvSpPr>
        <p:spPr>
          <a:xfrm>
            <a:off x="1371600" y="4453128"/>
            <a:ext cx="9875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They will run out and their combustion releases CO₂ causing climate change.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5074920"/>
            <a:ext cx="1097280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2960" y="5093208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Q4: State the law of conservation of energy.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1097280" y="5669280"/>
            <a:ext cx="10424160" cy="502920"/>
          </a:xfrm>
          <a:prstGeom prst="roundRect">
            <a:avLst>
              <a:gd name="adj" fmla="val 14545"/>
            </a:avLst>
          </a:prstGeom>
          <a:solidFill>
            <a:srgbClr val="F3F1EE"/>
          </a:solidFill>
          <a:ln/>
        </p:spPr>
      </p:sp>
      <p:sp>
        <p:nvSpPr>
          <p:cNvPr id="19" name="Text 17"/>
          <p:cNvSpPr/>
          <p:nvPr/>
        </p:nvSpPr>
        <p:spPr>
          <a:xfrm>
            <a:off x="1371600" y="5687568"/>
            <a:ext cx="9875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Energy cannot be created or destroyed, only transferred between stores.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0" y="6537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📌 Key Takeaways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31520" y="1463040"/>
            <a:ext cx="1051560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1B2A4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55448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371600" y="155448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energy stores: kinetic, thermal, chemical, GPE, elastic, nuclear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31520" y="2286000"/>
            <a:ext cx="1051560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1B2A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237744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371600" y="237744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transfer pathways: mechanical, electrical, heating, radiation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31520" y="3108960"/>
            <a:ext cx="1051560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1B2A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320040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371600" y="320040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Conservation: total energy before = total energy after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31520" y="3931920"/>
            <a:ext cx="1051560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1B2A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402336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371600" y="402336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Efficiency always &lt; 100% due to dissipated heat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731520" y="4754880"/>
            <a:ext cx="1051560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1B2A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484632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371600" y="484632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Shift to renewables needed for sustainability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0" name="Text 18"/>
          <p:cNvSpPr/>
          <p:nvPr/>
        </p:nvSpPr>
        <p:spPr>
          <a:xfrm>
            <a:off x="10058400" y="6537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400800"/>
            <a:ext cx="12188952" cy="7315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4" name="Text 2"/>
          <p:cNvSpPr/>
          <p:nvPr/>
        </p:nvSpPr>
        <p:spPr>
          <a:xfrm>
            <a:off x="0" y="1828800"/>
            <a:ext cx="1218895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Keep Practising!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0" y="3017520"/>
            <a:ext cx="121889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the Self-Quiz and Review Games on mrzocchi.com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0" y="5029200"/>
            <a:ext cx="121889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B9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📚 Energy — Full Revision</dc:title>
  <dc:subject>PptxGenJS Presentation</dc:subject>
  <dc:creator>Mr Zocchi</dc:creator>
  <cp:lastModifiedBy>Mr Zocchi</cp:lastModifiedBy>
  <cp:revision>1</cp:revision>
  <dcterms:created xsi:type="dcterms:W3CDTF">2026-03-24T11:35:31Z</dcterms:created>
  <dcterms:modified xsi:type="dcterms:W3CDTF">2026-03-24T11:35:31Z</dcterms:modified>
</cp:coreProperties>
</file>