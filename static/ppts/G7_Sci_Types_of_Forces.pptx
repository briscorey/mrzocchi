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Forces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Pushes, pulls, and everything in between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can a maglev train (磁悬浮) in Shanghai travel at 430 km/h with almost no friction?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floats above the track using magnetic force — a non-contact force.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forces act on you right now sitting in your chair?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a push and a pull?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force act on something without touching it?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Force?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is a push or a pull on an object.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can change speed, direction, or shape.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Newtons (N).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have SIZE and DIRECTION — they are vectors.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Sir Isaac Newton (1643–1727).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push or pull. Measured in Newtons (N).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force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touching (friction, tension, normal).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Non-contact force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Acts at distance (gravity, magnetism, electrostatic).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objects toward each other.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Opposes motion between surfaces.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vs. Non-Contact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Forces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— resists sliding.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resistance — friction from air.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 — pulling through rope.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force — surface pushes back.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Non-Contact Forces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— pulls masses together.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— maglev trains (China), compass needles.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Electrostatic — static cling in dry Korean/German winters.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 Diagrams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draw forces as ARROWS on an object.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length = size of force (longer = bigger).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direction = direction the force acts.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label each arrow with the force name.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from the centre of the object outward.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diagram is also called a free-body diagram.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Forces — Contact and Non-Contact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and Free Body Diagrams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Forces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 of Forces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