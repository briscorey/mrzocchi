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7A6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&amp; Units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7A6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measure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Why we measure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7A6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units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SI units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7A6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length, mass, volume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Measuring length, mass, volume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7A6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scales accurately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Reading scales accurately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7A6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figures intro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Significant figures intro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Measurement &amp; Units</dc:title>
  <dc:subject>PptxGenJS Presentation</dc:subject>
  <dc:creator>Mr Zocchi</dc:creator>
  <cp:lastModifiedBy>Mr Zocchi</cp:lastModifiedBy>
  <cp:revision>1</cp:revision>
  <dcterms:created xsi:type="dcterms:W3CDTF">2026-03-21T23:42:03Z</dcterms:created>
  <dcterms:modified xsi:type="dcterms:W3CDTF">2026-03-21T23:42:03Z</dcterms:modified>
</cp:coreProperties>
</file>