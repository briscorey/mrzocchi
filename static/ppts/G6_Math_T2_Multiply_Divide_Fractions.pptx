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&amp; Dividing Fractions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Fractions &amp; Decimals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and Dividing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fractions is simpler than adding — just multiply straight across! Dividing fractions uses the 'KFC' trick: Keep the first fraction, Flip the second, Change to multiplication. These are powerful skills used in ratio, proportion, and algebra.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Fractions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numerators together, multiply denominators together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²⁄₃ × ⁴⁄₅ = ⁸⁄₁₅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before multiplying if possible (cross-cancel)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³⁄₄ × ²⁄₉ → cancel 3 and 9 (÷3) → ¹⁄₄ × ²⁄₃ = ²⁄₁₂ = ¹⁄₆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numbers: convert to improper first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Fractions (KFC)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FIRST fraction as it is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SECOND fraction (reciprocal)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division to multiplication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²⁄₃ ÷ ⁴⁄₅ → ²⁄₃ × ⁵⁄₄ = ¹⁰⁄₁₂ = ⁵⁄₆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 as normal and simplify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Problems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½ × ³⁄₇ = ³⁄₁₄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⁴⁄₅ × ²⁄₃ = ⁸⁄₁₅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²⁄₃ ÷ ½ = ²⁄₃ × ²⁄₁ = ⁴⁄₃ = 1¹⁄₃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³⁄₄ ÷ ³⁄₈ = ³⁄₄ × ⁸⁄₃ = ²⁴⁄₁₂ = 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1½ × 2²⁄₃ = ³⁄₂ × ⁸⁄₃ = ²⁴⁄₆ = 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Multiply: numerator × numerator, denominator × denominator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Cross-cancel before multiplying to simplify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Divide: Keep, Flip, Change (KFC) — then multiply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mixed numbers to improper fractions first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final answer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Multiplying &amp; Dividing Fractions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