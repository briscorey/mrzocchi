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</p:sldIdLst>
  <p:notesMasterIdLst>
    <p:notesMasterId r:id="rId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notesMaster" Target="notesMasters/notesMaster1.xml"/><Relationship Id="rId7" Type="http://schemas.openxmlformats.org/officeDocument/2006/relationships/presProps" Target="presProps.xml"/><Relationship Id="rId8" Type="http://schemas.openxmlformats.org/officeDocument/2006/relationships/viewProps" Target="viewProps.xml"/><Relationship Id="rId9" Type="http://schemas.openxmlformats.org/officeDocument/2006/relationships/theme" Target="theme/theme1.xml"/><Relationship Id="rId1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1280160"/>
            <a:ext cx="7772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Space Exploration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731520" y="2743200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9B96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 Science · Space Science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 Zocchi · mrzocchi.com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Exploring Space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Telescopes: observe distant objects from Earth (optical, radio, space telescopes)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Satellites: orbit Earth for communication, weather, GPS, observation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probes: unmanned spacecraft sent to explore planets and moons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stations: ISS — humans live and do science in space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Rovers: robot vehicles that explore surfaces (e.g., Mars rovers)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B2A4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Milestones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548640" y="1097280"/>
            <a:ext cx="8046720" cy="3474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1957: Sputnik — first artificial satellite (Soviet Union)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1961: Yuri Gagarin — first human in space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1969: Apollo 11 — first humans on the Moon (Neil Armstrong)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1990: Hubble Space Telescope launched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2020s: Mars rovers (Perseverance), James Webb Space Telescope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rgbClr val="3D3A3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Future: plans for human missions to Mars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548640" y="48006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B9690"/>
                </a:solidFill>
              </a:rPr>
              <a:t>mrzocchi.com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A9D8F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45720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Key Takeaways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768096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explored using telescopes, satellites, probes, rovers, and space stations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Technology has advanced from early satellites to Mars rovers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Space exploration helps us understand our planet and universe</a:t>
            </a:r>
            <a:endParaRPr lang="en-US" sz="1600" dirty="0"/>
          </a:p>
          <a:p>
            <a:pPr marL="342900" indent="-342900">
              <a:spcAft>
                <a:spcPts val="1000"/>
              </a:spcAft>
              <a:buSzPct val="100000"/>
              <a:buChar char="•"/>
            </a:pPr>
            <a:r>
              <a:rPr lang="en-US" sz="16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International cooperation (ISS) shows science brings people together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548640" y="45720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660"/>
                </a:solidFill>
              </a:rPr>
              <a:t>mrzocchi.com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</Slides>
  <Notes>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Slide 1</vt:lpstr>
      <vt:lpstr>Slide 2</vt:lpstr>
      <vt:lpstr>Slide 3</vt:lpstr>
      <vt:lpstr>Slide 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Space Exploration</dc:title>
  <dc:subject>PptxGenJS Presentation</dc:subject>
  <dc:creator>Mr Zocchi</dc:creator>
  <cp:lastModifiedBy>Mr Zocchi</cp:lastModifiedBy>
  <cp:revision>1</cp:revision>
  <dcterms:created xsi:type="dcterms:W3CDTF">2026-03-23T03:58:41Z</dcterms:created>
  <dcterms:modified xsi:type="dcterms:W3CDTF">2026-03-23T03:58:41Z</dcterms:modified>
</cp:coreProperties>
</file>