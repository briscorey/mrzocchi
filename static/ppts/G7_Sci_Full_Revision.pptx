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Forces &amp; Motion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Revision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know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372D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Forces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C8372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Forces Recap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= push or pull, measured in Newtons (N).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friction, air resistance, tension, normal.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Non-contact: gravity, magnetic (maglev 磁悬浮), electrostatic.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diagrams: arrows show size and direction.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372D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 &amp; Unbalanced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C8372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Force Recap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Balanced: equal &amp; opposite, net = 0, no change.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Unbalanced: one larger, net ≠ 0, acceleration.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direction: add. Opposite: subtract.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372D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Friction &amp; Newton's Laws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C8372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Laws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net force → no change (inertia)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action → equal opposite reaction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Forces &amp; Motion — Full Revision</dc:title>
  <dc:subject>PptxGenJS Presentation</dc:subject>
  <dc:creator>Mr Zocchi</dc:creator>
  <cp:lastModifiedBy>Mr Zocchi</cp:lastModifiedBy>
  <cp:revision>1</cp:revision>
  <dcterms:created xsi:type="dcterms:W3CDTF">2026-03-23T05:29:31Z</dcterms:created>
  <dcterms:modified xsi:type="dcterms:W3CDTF">2026-03-23T05:29:31Z</dcterms:modified>
</cp:coreProperties>
</file>