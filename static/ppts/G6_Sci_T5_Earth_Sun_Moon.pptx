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Earth, Sun &amp; Moon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interact and affect life on Earth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on its own axis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Orbiting around another object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Imaginary line Earth spins around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Eclipse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body blocks light from another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the Moon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and fall of sea level (caused by Moon's gravity)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ROTATION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spin = one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365¼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orbit of the Sun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LUNAR ORBIT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orbits Earth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Eclipse vs Lunar Eclipse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Eclipse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passes between Earth and Sun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blocks sunlight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visible from small area on Earth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during daytime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look directly at the Sun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Lunar Eclipse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passes between Sun and Moon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shadow falls on the Moon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from entire night side of Earth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turns reddish colour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watch with your eyes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of the Moon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does not produce its own light — it REFLECTS sunlight.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Moon orbits Earth, we see different amounts of the lit side.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Moon → Waxing Crescent → First Quarter → Waxing Gibbous → Full Moon.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Moon → Waning Gibbous → Third Quarter → Waning Crescent → New Moon.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cycle of phases takes about 29.5 days.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Waxing = growing bigger. Waning = getting smaller.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Tides — The Moon's Pull on Earth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Moon's gravity pulls on Earth's oceans, creating tides.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TIDE: the ocean is pulled towards the Moon (and on the opposite side).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TIDE: water moves away from the areas between high tides.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about 2 high tides and 2 low tides every day.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tides (extra high) happen during Full Moon and New Moon.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difference between rotation and revolution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causes day, night, and seasons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the phases of the Moon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difference between solar and lunar eclipses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what causes tides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Earth, Sun, and Moon form a system where gravity controls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Earth, Sun &amp; Moon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