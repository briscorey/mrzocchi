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7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Blood Splatter Analysis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1 · Forensic Science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how blood splatter patterns form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how drop height affects splatter size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58444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8444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63040" y="3520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the direction of blood movement from patterns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420624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315968"/>
            <a:ext cx="365760" cy="36576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3159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42519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how blood evidence helps reconstruct events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Blood Splatter Analysis (BPA)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Studies patterns of blood at crime scenes to reconstruct events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194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The shape, size, and direction of blood drops reveal information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9718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Higher drops create larger, more irregular splatters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49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Blood drops are spherical in the air due to surface tension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526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The angle of impact affects the shape (circular vs elongated)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Splatter Patterns Tell Us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height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= larger splatter with more satellite drops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tail of an elongated drop points in the direction of travel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angle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90° = circular; smaller angles = more elongated drops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 type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 surfaces = clean edges; rough = irregular edges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force creates mist-like fine droplets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Key Vocabulary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Splatter  飞溅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 made when blood hits a surface.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6052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Satellite Drops  卫星滴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Tiny drops that break off from the main drop on impact.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0" y="137160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0956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of Origin  起源点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09560" y="18288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blood came from — found by tracing angles back.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Surface Tension  表面张力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force that holds blood drops in a spherical shape.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6052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29768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Angle  撞击角度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angle at which blood hits the surface.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834640"/>
            <a:ext cx="338328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09560" y="29260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Cast-off  甩落血迹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09560" y="329184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flung from a moving weapon or object.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💬 Think-Pair-Share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371600" y="1828800"/>
            <a:ext cx="941832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25400">
            <a:solidFill>
              <a:srgbClr val="C837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920240"/>
            <a:ext cx="8869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find circular blood drops on the floor and elongated drops on the wall. What can you work out about what happened?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3657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What does circular vs elongated tell you about angle?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2880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Which drops fell straight down?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828800" y="4937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Can you determine direction of movement?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What shape is a blood drop falling straight down onto a flat surface?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Circular — because the impact angle is 90°.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How does drop height affect splatter?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Higher drops create larger splatters with more satellite drops.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How can you tell the direction blood was travelling?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The elongated tail of the drop points in the direction of travel.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What is the point of origin?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Where the blood originally came from — found by tracing drop angles back to a source.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BPA studies blood patterns to reconstruct what happened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height affects size — higher drops = larger, more irregular splatter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angle affects shape — 90° = circular, smaller angles = elongated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tail of a drop points in the direction of travel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C8372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scientists trace angles to find the point of origin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Blood Splatter Analysis</dc:title>
  <dc:subject>PptxGenJS Presentation</dc:subject>
  <dc:creator>Mr Zocchi</dc:creator>
  <cp:lastModifiedBy>Mr Zocchi</cp:lastModifiedBy>
  <cp:revision>1</cp:revision>
  <dcterms:created xsi:type="dcterms:W3CDTF">2026-03-24T11:30:53Z</dcterms:created>
  <dcterms:modified xsi:type="dcterms:W3CDTF">2026-03-24T11:30:53Z</dcterms:modified>
</cp:coreProperties>
</file>