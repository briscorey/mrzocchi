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Factors, Multiples &amp; Primes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1 · Number Sense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Blocks of Numbers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and multiples are the fundamental relationships between numbers. Understanding them helps with simplifying fractions, finding common denominators, and solving problems. Prime numbers are the 'atoms' of mathematics — every number can be built from them.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Definitions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that divide exactly into another number. Factors of 12: 1, 2, 3, 4, 6, 12. Every number has at least two factors: 1 and itself.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'times table' results. Multiples of 5: 5, 10, 15, 20, 25... A multiple = the number × any whole number.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Numbers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with EXACTLY two factors: 1 and itself. First primes: 2, 3, 5, 7, 11, 13, 17, 19, 23, 29. Note: 1 is NOT prime (only one factor). 2 is the only even prime.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HCF and LCM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 = Highest Common Factor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factor shared by two numbers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 of 12 and 18: factors of 12 = 1,2,3,4,6,12; factors of 18 = 1,2,3,6,9,18; common = 1,2,3,6 → HCF = 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 = Lowest Common Multiple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multiple shared by two numbers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 of 4 and 6: multiples of 4 = 4,8,12,16...; multiples of 6 = 6,12,18...; LCM = 12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Factorisation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 number into its prime factors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factor tree: 36 → 6 × 6 → 2×3 × 2×3 = 2² × 3²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composite number has a unique prime factorisation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finding HCF and LCM efficiently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HCF: use the lowest power of common primes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LCM: use the highest power of all primes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Factors: divide exactly into a number. Multiples: times table results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Prime: exactly two factors (1 and itself). 1 is NOT prime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HCF: highest common factor — largest shared factor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LCM: lowest common multiple — smallest shared multiple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factorisation: breaking a number into prime factors using factor trees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Factors, Multiples &amp; Primes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