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Solar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5 · Space Science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planets in order from the Sun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between terrestrial and gas giant planets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other objects in the solar system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Solar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solar system is just one of billions in the Milky Way galaxy.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The Sun is a star at the centre — provides light, heat, and gravity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Eight planets orbit the Sun: Mercury, Venus, Earth, Mars, Jupiter, Saturn, Uranus, Neptune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Pluto was reclassified as a dwarf planet in 2006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The solar system also contains moons, asteroids, and comets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Everything is held together by the Sun's gravitational pull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Terrestrial vs Gas Giants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303520" cy="5029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Rocky (Terrestrial) Planets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Mercury, Venus, Earth, Mars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Small, solid, rocky surfaces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Closer to the Sun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Few or no moons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Thin or no atmosphere (except Venus/Earth)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Giants &amp; Ice Giants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Jupiter, Saturn (gas giants)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Uranus, Neptune (ice giants)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Much larger than rocky planets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Many moons and ring systems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No solid surface — thick atmospheres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Planet  行星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body orbiting a star, cleared its orbital path.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 恒星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massive ball of hot gas producing light and heat.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  轨道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curved path an object takes around another.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Asteroid  小行星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Rocky objects mostly found between Mars and Jupiter.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Comet  彗星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Icy body that develops a tail when near the Sun.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Dwarf Planet  矮行星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Orbits the Sun but hasn't cleared its orbital path (e.g., Pluto).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Think-Pair-Share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941832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83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920240"/>
            <a:ext cx="8869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was Pluto reclassified as a dwarf planet? Do you think this was the right decision?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are the criteria for being a planet?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Has Pluto 'cleared its orbit'?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Should size matter?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List the planets in order from the Sun.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Mercury, Venus, Earth, Mars, Jupiter, Saturn, Uranus, Neptune.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What type of planet is Jupiter?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 gas giant — very large, no solid surface, thick atmosphere.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What is an asteroid?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 rocky object, mostly found in the asteroid belt between Mars and Jupiter.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Why is Pluto no longer classified as a planet?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It hasn't cleared its orbital neighbourhood of other objects.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planets orbit the Sun in our solar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planets (Mercury–Mars) are small and rocky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planets (Jupiter–Neptune) are large gas/ice giants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Asteroids, comets, and dwarf planets also orbit the Sun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from the Sun holds everything in orbit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Solar System</dc:title>
  <dc:subject>PptxGenJS Presentation</dc:subject>
  <dc:creator>Mr Zocchi</dc:creator>
  <cp:lastModifiedBy>Mr Zocchi</cp:lastModifiedBy>
  <cp:revision>1</cp:revision>
  <dcterms:created xsi:type="dcterms:W3CDTF">2026-03-24T11:30:53Z</dcterms:created>
  <dcterms:modified xsi:type="dcterms:W3CDTF">2026-03-24T11:30:53Z</dcterms:modified>
</cp:coreProperties>
</file>