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Science — Full Revision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system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Solar system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Earth-Sun-Moon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Earth-Sun-Moon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Seasons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&amp; night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Day &amp; night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exploration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Space exploration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Science — Full Revision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