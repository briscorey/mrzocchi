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Solar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Space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Solar System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solar system consists of the Sun and everything that orbits it: 8 planets, dwarf planets (like Pluto), moons, asteroids, comets, and dust. The Sun contains 99.8% of the solar system's mass. It formed ~4.6 billion years ago from a collapsing cloud of gas and dust.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Inner Planets (Rocky)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to Sun. Smallest planet. No atmosphere. Extreme temperatures: 430°C (day) to −180°C (night). No moons.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size to Earth. Thick CO₂ atmosphere — runaway greenhouse effect. Surface: 465°C (hottest planet). Rotates backwards.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planet with liquid water and life. Atmosphere with oxygen. One moon. Average temperature: 15°C.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20040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'The Red Planet' — iron oxide on surface. Thin CO₂ atmosphere. Two small moons. Largest volcano: Olympus Mons.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Outer Planets (Gas/Ice Giants)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planet. Gas giant (hydrogen/helium). Great Red Spot = giant storm. 95 known moons including Ganymede (largest moon in solar system).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for its rings (ice and rock). Gas giant. 146 known moons including Titan (has an atmosphere).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giant. Tilted on its side (98°). Very cold: −224°C. Faint rings. 28 known moons.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20040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Neptune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Furthest planet. Ice giant. Strongest winds in solar system (~2,100 km/h). 16 known moons.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planets: Mercury, Venus, Earth, Mars, Jupiter, Saturn, Uranus, Neptune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= rocky (Mercury, Venus, Earth, Mars)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= gas/ice giants (Jupiter, Saturn, Uranus, Neptune)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= 99.8% of solar system's mass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system formed ~4.6 billion years ago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Solar System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