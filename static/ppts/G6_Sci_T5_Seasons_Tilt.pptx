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&amp; Axial Tilt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axial tilt (23.5°)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Earth's axial tilt (23.5°)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tilt causes seasons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How tilt causes seasons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Summer vs winter solstice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Summer vs winter solstice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Equinoxes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Equinoxes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Seasons in different hemispheres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for: Seasons in different hemispheres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636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points will be covered in class.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772400" y="46634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Seasons &amp; Axial Tilt</dc:title>
  <dc:subject>PptxGenJS Presentation</dc:subject>
  <dc:creator>Mr Zocchi</dc:creator>
  <cp:lastModifiedBy>Mr Zocchi</cp:lastModifiedBy>
  <cp:revision>1</cp:revision>
  <dcterms:created xsi:type="dcterms:W3CDTF">2026-03-21T23:42:03Z</dcterms:created>
  <dcterms:modified xsi:type="dcterms:W3CDTF">2026-03-21T23:42:03Z</dcterms:modified>
</cp:coreProperties>
</file>