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Ecology — Full Revision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5603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 · Mr Zocchi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474720"/>
            <a:ext cx="2011680" cy="411480"/>
          </a:xfrm>
          <a:prstGeom prst="roundRect">
            <a:avLst>
              <a:gd name="adj" fmla="val 17778"/>
            </a:avLst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4747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4 · Ecology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Ecosystems &amp; Energy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Biotic (living) + abiotic (non-living). Habitat = where it lives. Population = one species. Community = all species.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Chains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2900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→ producer → primary → secondary → tertiary. 10% energy passes each level. Decomposers recycle nutrients.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5" name="Text 13"/>
          <p:cNvSpPr/>
          <p:nvPr/>
        </p:nvSpPr>
        <p:spPr>
          <a:xfrm>
            <a:off x="626364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Webs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6364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Interconnected chains. Removing one species affects many. More realistic than single chains.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Adaptation &amp; Impact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Adaptations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(body), behavioural (actions), functional (internal). Develop through natural selection over generations.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Impact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2900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Negative: deforestation, pollution, climate change. Positive: conservation, recycling, renewable energy.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5" name="Text 13"/>
          <p:cNvSpPr/>
          <p:nvPr/>
        </p:nvSpPr>
        <p:spPr>
          <a:xfrm>
            <a:off x="626364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Biodiversity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6364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Variety of species. High = healthy. Threats: habitat loss, climate change. Protection: parks, reserves, breeding programmes.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 = biotic + abiotic factors; food chains show energy flow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energy per level; decomposers recycle nutrients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adaptation types: structural, behavioural, functional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impact: deforestation, pollution, climate change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Biodiversity protection: parks, reserves, seed banks, laws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Ecology — Full Revision</dc:title>
  <dc:subject>PptxGenJS Presentation</dc:subject>
  <dc:creator>Mr Zocchi</dc:creator>
  <cp:lastModifiedBy>Mr Zocchi</cp:lastModifiedBy>
  <cp:revision>1</cp:revision>
  <dcterms:created xsi:type="dcterms:W3CDTF">2026-03-23T04:01:17Z</dcterms:created>
  <dcterms:modified xsi:type="dcterms:W3CDTF">2026-03-23T04:01:17Z</dcterms:modified>
</cp:coreProperties>
</file>