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Impact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ecosystem structure, food webs and energy transfer, population dynamics, and how human activity impacts the natural world.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Systems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Globalisation and Sustainability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how systems in nature maintain balance helps us evaluate the consequences of human actions."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Ecosystem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生态系统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living organisms and non-living factors in an area, interacting together.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Biotic Factor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生物因素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factors: predators, prey, competition, disease, food availability.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Abiotic Factor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非生物因素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Non-living factors: temperature, light, water, soil pH, wind.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its own food by photosynthesis. The base of every food chain.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Consumer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消费者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energy by eating other organisms. Primary, secondary, tertiary.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Decomposer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分解者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down dead matter, recycling nutrients back to the soil.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difference between biotic and abiotic factors?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Biotic = living (predators, prey, disease). Abiotic = non-living (temperature, water, light, soil).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Why do food chains rarely have more than 4-5 trophic levels?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~10% of energy passes to the next level (rest lost as heat through respiration). By level 5, there's barely any energy left.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A pesticide kills insects in a food web. Predict what happens to the bird population.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 population decreases — their food source (insects) has been removed. Knock-on effects ripple through the web.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are three human activities that reduce biodiversity?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Deforestation, pollution (air/water/soil), overfishing, urbanisation, introduction of invasive species, climate change.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Human Impact</dc:title>
  <dc:subject>PptxGenJS Presentation</dc:subject>
  <dc:creator>Mr Zocchi — mrzocchi.com</dc:creator>
  <cp:lastModifiedBy>Mr Zocchi — mrzocchi.com</cp:lastModifiedBy>
  <cp:revision>1</cp:revision>
  <dcterms:created xsi:type="dcterms:W3CDTF">2026-03-22T06:54:48Z</dcterms:created>
  <dcterms:modified xsi:type="dcterms:W3CDTF">2026-03-22T06:54:48Z</dcterms:modified>
</cp:coreProperties>
</file>