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&amp; Night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rotation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Earth's rotation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have day and night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Why we have day and night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Time zones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of day at different latitudes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Length of day at different latitudes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midnight sun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The midnight sun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&amp; Night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