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 Properties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angle properties, classifying triangles and quadrilaterals, and performing transformations (reflection, rotation, translation).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Personal and Cultural Expression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and properties of shapes allow us to describe and transform the space around us."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Acute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锐角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less than 90°.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Obtuse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钝角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between 90° and 180°.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greater than 180° but less than 360°.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Vertically Opposite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对顶角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formed where two lines cross. They are always equal.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Alternate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内错角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Z-shaped angles between parallel lines. They are equal.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Co-interior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同旁内角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C-shaped angles between parallel lines. They add to 180°.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on a straight line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around a point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in a triangle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in a quadrilateral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— it splits into 2 triangles (2 × 180°).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 Properties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