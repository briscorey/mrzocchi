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variables with numbers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Substitution?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= replacing a variable with a number.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calculate the result using BIDMAS/BODMAS.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If a = 4 and b = 3, find 2a + b - 1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2(4) + 3 - 1 = 8 + 3 - 1 = 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Examples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5, find x² + 3 → (5)² + 3 = 25 + 3 = 28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6, n = 2, find 3(m - n) → 3(6 - 2) = 3(4) = 12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3, find 2p² → 2(3)² = 2(9) = 18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do brackets first, then indices (powers)!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BIDMAS: Brackets, Indices, Division/Multiplication, Addition/Subtraction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Substitution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