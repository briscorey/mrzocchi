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C83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7 MATHEMATICS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Inequalities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answer isn't just one number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4206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Zocchi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D35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0" y="182880"/>
            <a:ext cx="22860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0" b="1" dirty="0">
                <a:solidFill>
                  <a:srgbClr val="C8372D">
                    <a:alpha val="8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</a:t>
            </a:r>
            <a:endParaRPr lang="en-US" sz="1600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83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INQUIRY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1005840"/>
            <a:ext cx="6858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roller coaster in Nanjing's Happy Valley requires riders to be AT LEAST 140 cm tall. How would you write this mathematically?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256032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every problem has a single answer — sometimes there's a whole RANGE of solutions.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200400"/>
            <a:ext cx="7315200" cy="1645920"/>
          </a:xfrm>
          <a:prstGeom prst="rect">
            <a:avLst/>
          </a:prstGeom>
          <a:solidFill>
            <a:srgbClr val="243660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2461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83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— Pair — Share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3566160"/>
            <a:ext cx="6949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5E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h = 140 the only allowed height?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5E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about h = 145? h = 200? h = 139?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5E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is this different from an equation?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95528"/>
            <a:ext cx="91440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14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Inequality Symbols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78638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means 'less than': x &lt; 5 (x is less than 5).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means 'greater than': x &gt; 3 (x is greater than 3).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means 'less than or equal to': h ≥ 140.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means 'greater than or equal to'.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Remember: the crocodile eats the BIGGER number.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4114800"/>
            <a:ext cx="7863840" cy="731520"/>
          </a:xfrm>
          <a:prstGeom prst="rect">
            <a:avLst/>
          </a:prstGeom>
          <a:solidFill>
            <a:srgbClr val="E8F5F3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4114800"/>
            <a:ext cx="64008" cy="731520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4160520"/>
            <a:ext cx="7406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Roller coaster rule: h ≥ 140. This means h can be 140, 141, 150, 200... any height from 140 upward.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95528"/>
            <a:ext cx="91440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14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005840"/>
          <a:ext cx="786384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55778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37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372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Inequality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D3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statement comparing two values using &lt;, &gt;, ≤, or ≥.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Solution set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D3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values that make the inequality true.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 line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D3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visual way to show the solution set.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circle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D3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or &gt; — the boundary value is NOT included.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 circle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D3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or ≥ — the boundary value IS included.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95528"/>
            <a:ext cx="91440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14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Solving Inequalities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78638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EXACTLY like equations — but keep the inequality sign.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2x + 3 &gt; 11 → 2x &gt; 8 → x &gt; 4.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−3x &lt; 12 → x &gt; −4 (FLIP the sign when dividing by negative!).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solution on a number line.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WARNING: multiplying or dividing by a NEGATIVE flips the sign!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4114800"/>
            <a:ext cx="7863840" cy="731520"/>
          </a:xfrm>
          <a:prstGeom prst="rect">
            <a:avLst/>
          </a:prstGeom>
          <a:solidFill>
            <a:srgbClr val="E8F5F3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4114800"/>
            <a:ext cx="64008" cy="731520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4160520"/>
            <a:ext cx="7406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ONE rule that's different from equations. Dividing by a negative REVERSES the inequality.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95528"/>
            <a:ext cx="91440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14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Real-World Inequalities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393192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05840"/>
            <a:ext cx="3931920" cy="64008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1887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3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Height &amp; Age Restrictions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1691640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Roller coaster: h ≥ 140 cm.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Korean R-rated film: a ≥ 18.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 driving licence: a ≥ 17 (with supervision).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Nanjing metro free ride: a &lt; 6 and h ≤ 130 cm.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54880" y="1005840"/>
            <a:ext cx="393192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05840"/>
            <a:ext cx="3931920" cy="64008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1887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Problems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37760" y="1691640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have 200 yuan. Bubble teas cost 18 yuan.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18t ≤ 200 → t ≤ 11.1 → t ≤ 11 (can't buy 0.1 tea).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Concert in Seoul: ticket + 3 drinks ≤ 50000 won.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 pocket money: spending ≤ 30 euro/week.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95528"/>
            <a:ext cx="91440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14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Double Inequalities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78638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Sometimes a value is trapped between two bounds.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2 ≤ x &lt; 7 means x is at least 2 but less than 7.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Nanjing metro zones: 2 ≤ fare ≤ 9 (yuan).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in Nanjing: −5 ≤ T ≤ 40 (typical annual range °C).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number line: closed circle at 2, open circle at 7, shade between.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95528"/>
            <a:ext cx="91440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14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Recommended Videos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8686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these on YouTube to learn more.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82296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234440"/>
            <a:ext cx="64008" cy="1051560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325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83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188720" y="1307592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Inequalities on a Number Line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88720" y="169164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Corbettmaths  •  5 min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423160"/>
            <a:ext cx="82296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423160"/>
            <a:ext cx="64008" cy="1051560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514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83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188720" y="2496312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Solving Inequalities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88720" y="288036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Corbettmaths  •  6 min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611880"/>
            <a:ext cx="82296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611880"/>
            <a:ext cx="64008" cy="1051560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703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83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188720" y="3685032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Inequalities Explained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88720" y="406908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Cognito  •  5 min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Review &amp; Practise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25603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83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Inequalities</dc:title>
  <dc:subject>PptxGenJS Presentation</dc:subject>
  <dc:creator>Mr Zocchi</dc:creator>
  <cp:lastModifiedBy>Mr Zocchi</cp:lastModifiedBy>
  <cp:revision>1</cp:revision>
  <dcterms:created xsi:type="dcterms:W3CDTF">2026-03-23T08:04:37Z</dcterms:created>
  <dcterms:modified xsi:type="dcterms:W3CDTF">2026-03-23T08:04:37Z</dcterms:modified>
</cp:coreProperties>
</file>