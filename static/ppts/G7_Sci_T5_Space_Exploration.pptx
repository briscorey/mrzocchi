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365760"/>
            <a:ext cx="1097280" cy="365760"/>
          </a:xfrm>
          <a:prstGeom prst="roundRect">
            <a:avLst>
              <a:gd name="adj" fmla="val 25000"/>
            </a:avLst>
          </a:prstGeom>
          <a:solidFill>
            <a:srgbClr val="C8372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ZOCCHI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Space Exploration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8404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Learning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887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1430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learning about the solar system, the Earth-Moon-Sun system, gravity and orbits, stars and galaxies, and space exploration.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78308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7830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173736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Concept: Systems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7200" y="2377440"/>
            <a:ext cx="320040" cy="320040"/>
          </a:xfrm>
          <a:prstGeom prst="ellipse">
            <a:avLst/>
          </a:prstGeom>
          <a:solidFill>
            <a:srgbClr val="C8372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317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Context: Orientation in Space and Time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320040" cy="320040"/>
          </a:xfrm>
          <a:prstGeom prst="ellipse">
            <a:avLst/>
          </a:prstGeom>
          <a:solidFill>
            <a:srgbClr val="E5E2DC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914400" y="29260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"Models of space systems help us understand our place in the universe and how celestial bodies interact."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Solar System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太阳系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Sun and everything orbiting it: 8 planets, moons, asteroids, comets.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Planet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body orbiting a star. Cleared its orbit of debris. 8 in our solar system.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恒星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massive ball of gas producing light and heat through nuclear fusion.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Orbit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轨道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curved path of an object around another due to gravity.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Gravity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重力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Attraction between objects with mass. Keeps planets in orbit and us on Earth.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Vocabulary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C837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Satellite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卫星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800" dirty="0">
                <a:solidFill>
                  <a:srgbClr val="6B66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object orbiting a planet. The Moon is a natural satellite; the ISS is artificial.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List the 8 planets in order from the Sun.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Mercury, Venus, Earth, Mars, Jupiter, Saturn, Uranus, Neptune. ('My Very Educated Mother Just Served Us Nachos')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causes day and night?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rotating on its axis (one rotation = 24 hours). The side facing the Sun has day.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causes the seasons?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Earth's 23.5° axial tilt — NOT distance from the Sun. The tilt changes how directly sunlight hits each hemisphere.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Check Your Understanding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8229600" cy="1371600"/>
          </a:xfrm>
          <a:prstGeom prst="roundRect">
            <a:avLst>
              <a:gd name="adj" fmla="val 10000"/>
            </a:avLst>
          </a:prstGeom>
          <a:solidFill>
            <a:srgbClr val="FAF8F5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188720"/>
            <a:ext cx="7680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❓  What is a light year?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8229600" cy="1463040"/>
          </a:xfrm>
          <a:prstGeom prst="roundRect">
            <a:avLst>
              <a:gd name="adj" fmla="val 9375"/>
            </a:avLst>
          </a:prstGeom>
          <a:solidFill>
            <a:srgbClr val="E8F5F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2926080"/>
            <a:ext cx="54864" cy="1463040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7680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3D3A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distance light travels in one year (~9.46 trillion km). It's a unit of DISTANCE, not time.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0" y="47548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C8372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Self-Quiz on mrzocchi.com to test yourself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Exploration</dc:title>
  <dc:subject>PptxGenJS Presentation</dc:subject>
  <dc:creator>Mr Zocchi — mrzocchi.com</dc:creator>
  <cp:lastModifiedBy>Mr Zocchi — mrzocchi.com</cp:lastModifiedBy>
  <cp:revision>1</cp:revision>
  <dcterms:created xsi:type="dcterms:W3CDTF">2026-03-22T06:54:47Z</dcterms:created>
  <dcterms:modified xsi:type="dcterms:W3CDTF">2026-03-22T06:54:47Z</dcterms:modified>
</cp:coreProperties>
</file>