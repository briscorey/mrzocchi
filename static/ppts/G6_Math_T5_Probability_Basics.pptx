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Introduction to Probability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Probability &amp; Statistics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Probability?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something is to happen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from 0 (impossible) to 1 (certain)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written as fraction, decimal, or percentage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P(event) = number of favourable outcomes ÷ total number of outcomes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P(heads on a coin) = 1/2 = 0.5 = 50%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Calculating Probability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dice: P(6) = 1/6 (one 6 out of six possible outcomes)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P(even number) = 3/6 = 1/2 (three even numbers: 2, 4, 6)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probabilities of an event add up to 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P(not A) = 1 - P(A)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'equally likely' if they have the same probability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Probability: 0 = impossible, 1 = certain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P(event) = favourable outcomes ÷ total outcomes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probabilities add up to 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P(not happening) = 1 - P(happening)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