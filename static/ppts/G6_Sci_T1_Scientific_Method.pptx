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Scientific Method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 · Mr Zocchi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1 · Scientific Skills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914400"/>
            <a:ext cx="91440" cy="3200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0972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Scientific Method?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method is a step-by-step process scientists use to answer questions about the natural world. It involves making observations, forming hypotheses, testing through experiments, and drawing conclusions based on evidence.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Observe &amp; Question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something interesting. Ask a testable question: 'Does the amount of sunlight affect plant growth?'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Research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what is already known. Read textbooks, articles, and reliable sources to build background knowledge.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Hypothesise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prediction using 'If... then... because...' format. A hypothesis must be testable and falsifiable.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Steps (continued)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Experiment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fair test. Change only ONE variable (independent). Measure the outcome (dependent). Keep everything else the same (controlled).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 in tables. Create graphs. Look for patterns. Calculate averages for reliability.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your results support your hypothesis? Explain WHY. Suggest improvements for next 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vs Prediction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 explains WHY something happens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based on existing knowledge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'Plants need sunlight for photosynthesis, so more light should increase growth'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states WHAT you expect to observe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'If I increase sunlight, then the plant will grow taller'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3716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— a testable explanation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— something that can change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test — only one variable changes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— consistent, repeatable results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— measures what it claims to measure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method has 6 steps: Observe, Research, Hypothesise, Experiment, Analyse, Conclude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 uses 'If... then... because...' format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test changes only ONE variable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must be reliable (repeatable) and valid (accurate)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is a cycle — conclusions lead to new questions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Scientific Method</dc:title>
  <dc:subject>PptxGenJS Presentation</dc:subject>
  <dc:creator>Mr Zocchi</dc:creator>
  <cp:lastModifiedBy>Mr Zocchi</cp:lastModifiedBy>
  <cp:revision>1</cp:revision>
  <dcterms:created xsi:type="dcterms:W3CDTF">2026-03-23T04:01:17Z</dcterms:created>
  <dcterms:modified xsi:type="dcterms:W3CDTF">2026-03-23T04:01:17Z</dcterms:modified>
</cp:coreProperties>
</file>