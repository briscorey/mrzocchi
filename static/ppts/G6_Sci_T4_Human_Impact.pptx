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8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 on Ecosystems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Deforestation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(air, water, land)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Pollution (air, water, land)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Overfishing &amp; hunting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Overfishing &amp; hunting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basics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Climate change basics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efforts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Conservation efforts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 on Ecosystems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