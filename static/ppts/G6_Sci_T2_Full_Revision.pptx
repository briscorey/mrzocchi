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— Full Revision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model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Particle model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States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Changes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Mixtures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Separation recap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Chemistry — Full Revision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