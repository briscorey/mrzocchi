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Biodiversity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variety of life on Earth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Korean DMZ has been empty of humans for 70 years. It is now one of the most biodiverse places in East Asia. What does this tell us?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= the variety of species. More biodiversity = healthier, more resilient ecosystem.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removing humans increase biodiversity?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high biodiversity always better? Can you think of exceptions?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MEASURE biodiversity in a habitat?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Biodiversity?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= the variety of different species in an ecosystem.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levels: species diversity, genetic diversity, ecosystem diversity.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biodiversity = more stable, resilient ecosystem.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species is lost, others can fill the gap.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biodiversity = fragile. One disease could wipe everything out.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wheat field has very LOW biodiversity. A rainforest has very HIGH biodiversity.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Biodiversity Matter?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security: wild relatives of crops provide genetic diversity for breeding.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Medicine: 25% of modern drugs come from rainforest plants.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services: pollination, water purification, soil fertility.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value: pandas are a national symbol of China.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value: ecotourism in Korea's Jeju Island generates billions of won.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Biodiversity Hotspots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Hotspots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Mountains of Southwest China: 12,000+ plant species.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Peninsula: temperate forests with unique species.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Yangtze River basin: was home to paddlefish, baiji dolphin.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Jeju Island volcanic ecosystem.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Hotspots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Mediterranean Basin: olives, cork oak, endemic species.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Bavarian Alps: alpine meadows.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Wadden Sea (Germany/Netherlands): UNESCO site.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Forest: recovering from acid rain.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Biodiversity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number of different species in an area.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quadrat (a square frame) to sample small areas.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species richness (how many species) and abundance (how many of each).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samples from different habitats.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Korean DMZ: researchers found 5,000+ species in surveys.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Protecting Biodiversity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parks and protected areas.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Breeding programmes for endangered species (panda, Amur leopard).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banks: China's Kunming seed bank stores 85,000+ species.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agreements: Convention on Biological Diversity.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role: reduce waste, support local ecosystems, learn and share.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Biodiversity?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Biodiversity Important?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TED-Ed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Fix Climate Change?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Kurzgesagt  •  10 min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Biodiversity</dc:title>
  <dc:subject>PptxGenJS Presentation</dc:subject>
  <dc:creator>Mr Zocchi</dc:creator>
  <cp:lastModifiedBy>Mr Zocchi</cp:lastModifiedBy>
  <cp:revision>1</cp:revision>
  <dcterms:created xsi:type="dcterms:W3CDTF">2026-03-23T08:12:50Z</dcterms:created>
  <dcterms:modified xsi:type="dcterms:W3CDTF">2026-03-23T08:12:50Z</dcterms:modified>
</cp:coreProperties>
</file>