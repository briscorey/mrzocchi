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Ecology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Adaptations?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that help an organism survive in its habitat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over many generations through natural selection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types: structural, behavioural, and functional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Well-adapted organisms are more likely to survive and reproduce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Adaptation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features of the body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fur for cold climates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Camouflage colouring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roots for dry areas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body for swimming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Behavioural &amp; Functional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Behavioural: what an organism DOES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Migration, hibernation, nocturnal hunting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how the body WORKS internally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 animals produce concentrated urine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Antifreeze proteins in Arctic fish blood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help organisms survive in their specific habitat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types: structural (body), behavioural (actions), functional (internal)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develop over many generations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that can't adapt to changing environments may go extinct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Adaptations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