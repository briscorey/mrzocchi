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Experimental vs Theoretical Probability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Probability &amp; Statistics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Types of Probability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Theoretical: calculated using equally likely outcomes (what SHOULD happen)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Experimental: found by actually doing an experiment (what DID happen)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probability = number of times event occurred ÷ total trials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trials → experimental gets closer to theoretical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may not match exactly due to random variation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Running Experiments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flip a coin 50 times, get 23 heads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P(heads) = 23/50 = 0.46 (theoretical = 0.5)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flipped 1000 times, you'd get closer to 0.5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frequency = another name for experimental probability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results in a frequency table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Theoretical = calculated; Experimental = observed from trials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trials = experimental probability gets closer to theoretical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frequency = experimental probability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vary due to randomness — this is normal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Experimental vs Theoretical Probability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