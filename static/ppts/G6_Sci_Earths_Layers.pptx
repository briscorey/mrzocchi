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Earth's Layers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Earth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Layers of the Earth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 has 4 main layers: crust, mantle, outer core, inner core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Crust: thin rocky outer layer (5–70 km), oceanic + continental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Mantle: thickest layer (~2,900 km), hot semi-solid rock that flows slowly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core: liquid iron &amp; nickel (~2,200 km), creates magnetic field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core: solid iron &amp; nickel, hottest layer (~5,500°C), solid due to extreme pressure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Comparing the Layers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Outer Layers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Crust: 5–70 km, cool, rocky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types: oceanic (thin, dense) and continental (thick, less dense)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Mantle: ~2,900 km, semi-solid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slowly due to convection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846320" y="1097280"/>
            <a:ext cx="3840480" cy="3474720"/>
          </a:xfrm>
          <a:prstGeom prst="rect">
            <a:avLst/>
          </a:prstGeom>
          <a:solidFill>
            <a:srgbClr val="F3F1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0" y="1234440"/>
            <a:ext cx="3474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Inner Layers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0" y="1737360"/>
            <a:ext cx="347472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core: ~2,200 km, LIQUID metal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Earth's magnetic field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Inner core: ~1,200 km radius, SOLID metal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Hottest part (~5,500°C) but solid due to pressure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layers: crust → mantle → outer core → inner core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and pressure increase towards the centre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Density determines the layer arrangement (densest = centre)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core is liquid = magnetic field; inner core is solid despite heat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Earth's Layers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