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inside a 3D shape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Volume?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= the amount of space inside a 3D shape.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how much space the object takes up.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measured in cubed units: cm³, m³.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multiply three lengths — that's why it's cubed.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Formulas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Rectangular prism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l × w ×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l, w, h =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s³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side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 prism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(½ × b × h) ×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h = triangle; l =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Triangular Prism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base = 6 cm, height = 4 cm. Prism length = 10 cm.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Find the area of the triangular cross-section.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½ × 6 × 4 = 12 cm²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Multiply by the length. V = 12 × 10 = 120 cm³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any prism = area of cross-section × length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</dc:title>
  <dc:subject>PptxGenJS Presentation</dc:subject>
  <dc:creator>Mr Zocchi</dc:creator>
  <cp:lastModifiedBy>Mr Zocchi</cp:lastModifiedBy>
  <cp:revision>1</cp:revision>
  <dcterms:created xsi:type="dcterms:W3CDTF">2026-03-21T11:58:07Z</dcterms:created>
  <dcterms:modified xsi:type="dcterms:W3CDTF">2026-03-21T11:58:07Z</dcterms:modified>
</cp:coreProperties>
</file>