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Multi-Step Equations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extending algebraic skills to include expanding brackets, solving multi-step equations and inequalities, finding nth term rules, and plotting linear graphs.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Logic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Identities and Relationships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"Logic allows us to generalise relationships, predict outcomes, and represent them graphically."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代数式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variables, and operations combined. No equals sign. e.g. 3x + 5.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statement with an equals sign. e.g. 3x + 5 = 20.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out brackets. e.g. 3(x + 4) = 3x + 12.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Factorise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因式分解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of expanding — take out a common factor. e.g. 6x + 12 = 6(x + 2).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Inequality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不等式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&lt; &gt; ≤ ≥ instead of =. Shows a range of values. e.g. x &gt; 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Terms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同类项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with the same variable and power. 5x and 3x are like terms. 5x and 5x² are not.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Expand: 4(2x + 3)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+ 12 — multiply each term inside by 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Expand and simplify: 3(x + 5) + 2(x − 1)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+ 15 + 2x − 2 = 5x + 13.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Factorise: 10x + 15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5(2x + 3) — HCF of 10 and 15 is 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Solve: 5x − 3 = 2x + 12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= 15, so x = 5. (Collect x terms, then divide.)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Multi-Step Equations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