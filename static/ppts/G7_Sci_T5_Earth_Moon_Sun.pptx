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Earth, Moon &amp; Sun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5 · Space Science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causes day and night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Moon's orbit and phases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we see different Moon phases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&amp; Night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and night are caused by Earth spinning, not the Sun moving.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Earth rotates on its axis once every 24 hours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side facing the Sun has daytime; the side away has night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Earth rotates from west to east — that's why the Sun rises in the east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This rotation causes the apparent movement of the Sun across the sky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axis is tilted at 23.5° which also causes seasons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¼ the diameter of Earth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Orbit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about 27.3 days to orbit Earth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light of its own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see it because it reflects sunlight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face always visible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period = orbital period (tidal locking)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1/6 of Earth's — you'd weigh much less on the Moon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 自转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spinning on its axis — causes day and night.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  公转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orbiting the Sun — takes one year (365.25 days).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 地轴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imaginary line through Earth from pole to pole.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Lunar Phase  月相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changing appearance of the Moon as seen from Earth.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Moon  新月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between Sun and Earth — dark side faces 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Moon  满月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between Sun and Moon — fully lit face visible.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837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can we sometimes see the Moon during the day?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Does the Moon only come out at night?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When is the Moon above the horizon?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determines when we can see it?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causes day and night?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Earth rotating on its axis — the side facing the Sun has day, the other has night.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How long does the Moon take to orbit Earth?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About 27.3 days.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does the Moon appear to change shape?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We see different amounts of the lit side as it orbits Earth.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do we always see the same side of the Moon?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Moon rotates at the same rate as it orbits (tidal locking).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Day/night caused by Earth rotating every 24 hours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Earth's axis is tilted at 23.5° (causes seasons)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orbits Earth every 27.3 days, reflecting sunlight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 phases = different amounts of the lit side visible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C83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3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side always faces Earth (tidal locking)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Earth, Moon &amp; Sun</dc:title>
  <dc:subject>PptxGenJS Presentation</dc:subject>
  <dc:creator>Mr Zocchi</dc:creator>
  <cp:lastModifiedBy>Mr Zocchi</cp:lastModifiedBy>
  <cp:revision>1</cp:revision>
  <dcterms:created xsi:type="dcterms:W3CDTF">2026-03-24T11:30:53Z</dcterms:created>
  <dcterms:modified xsi:type="dcterms:W3CDTF">2026-03-24T11:30:53Z</dcterms:modified>
</cp:coreProperties>
</file>