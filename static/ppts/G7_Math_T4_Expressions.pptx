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MATHEMATICS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Expanding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Simplifying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brackets and tidying 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C8372D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rectangular garden in Nanjing is (x + 3) metres long and 4 metres wide. Can you write TWO different expressions for its area?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brackets connects geometry to algebra — the area model makes it visual.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area as a single product? 4(x + 3)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split the rectangle into two parts?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4(x + 3) = 4x + 12 actually MEAN geometrically?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Expanding Single Brackets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EVERYTHING inside the bracket by the term outside.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3(x + 4) = 3x + 12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5(2a − 3) = 10a − 15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−2(y + 7) = −2y − 14  (watch the negative!)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the distributive law.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forgetting to multiply the second term. 3(x + 4) is NOT 3x + 4.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and Simplify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Expand each bracket separately.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Collect like terms.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Simplify.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 each step clearly.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3(x + 2) + 2(x − 5)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3x + 6 + 2x − 10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5x − 4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if x = 3 → 5(3)−4 = 11 ✓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Factorising — The Reverse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Factorising is the OPPOSITE of expanding.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highest common factor (HCF) of all terms.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+ 12 → HCF is 6 → 6(x + 2)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15a − 10 → HCF is 5 → 5(3a − 2)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by expanding back!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Expanding: 6(x+2) → 6x+12. Factorising: 6x+12 → 6(x+2). They undo each other.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Expanding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BBQ pricing: 4 people order (main + 2 sides) each.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person = (m + 2s) won. Total = 4(m + 2s) = 4m + 8s.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 taxi for 3 friends: 3(11 + 2.4k) = 33 + 7.2k.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group museum ticket: 5(12 − d) = 60 − 5d (d = discount).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lets you calculate totals efficiently.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Single Brackets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Corbettmaths  •  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Factorising Expressions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Corbettmaths  •  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and Simplifying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6 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Expanding &amp; Simplifying Expressions</dc:title>
  <dc:subject>PptxGenJS Presentation</dc:subject>
  <dc:creator>Mr Zocchi</dc:creator>
  <cp:lastModifiedBy>Mr Zocchi</cp:lastModifiedBy>
  <cp:revision>1</cp:revision>
  <dcterms:created xsi:type="dcterms:W3CDTF">2026-03-23T08:04:36Z</dcterms:created>
  <dcterms:modified xsi:type="dcterms:W3CDTF">2026-03-23T08:04:36Z</dcterms:modified>
</cp:coreProperties>
</file>