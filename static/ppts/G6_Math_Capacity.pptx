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6 MATHEMATICS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Capacity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a container can hold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42062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Zocchi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D35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0" y="182880"/>
            <a:ext cx="22860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0" b="1" dirty="0">
                <a:solidFill>
                  <a:srgbClr val="2A9D8F">
                    <a:alpha val="80000"/>
                  </a:srgbClr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?</a:t>
            </a:r>
            <a:endParaRPr lang="en-US" sz="16000" dirty="0"/>
          </a:p>
        </p:txBody>
      </p:sp>
      <p:sp>
        <p:nvSpPr>
          <p:cNvPr id="4" name="Text 2"/>
          <p:cNvSpPr/>
          <p:nvPr/>
        </p:nvSpPr>
        <p:spPr>
          <a:xfrm>
            <a:off x="731520" y="5486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INQUIRY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" y="1005840"/>
            <a:ext cx="6858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Korean soju bottle holds 360 mL. A German beer Maß holds 1,000 mL. How many soju bottles fit in one Maß?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31520" y="2560320"/>
            <a:ext cx="6858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Capacity measures how much liquid a container can hold.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3200400"/>
            <a:ext cx="7315200" cy="1645920"/>
          </a:xfrm>
          <a:prstGeom prst="rect">
            <a:avLst/>
          </a:prstGeom>
          <a:solidFill>
            <a:srgbClr val="243660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32461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— Pair — Share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3566160"/>
            <a:ext cx="69494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5E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the difference between volume and capacity?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5E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units do we use for liquids?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5E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cm³ and mL connect?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Volume vs. Capacity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1005840"/>
            <a:ext cx="78638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= how much 3D space (cm³, m³).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Capacity = how much liquid a container holds (mL, L).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measure the same thing in different units!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key: 1 cm³ = 1 mL.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4114800"/>
            <a:ext cx="7863840" cy="731520"/>
          </a:xfrm>
          <a:prstGeom prst="rect">
            <a:avLst/>
          </a:prstGeom>
          <a:solidFill>
            <a:srgbClr val="E8F5F3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4114800"/>
            <a:ext cx="64008" cy="73152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4160520"/>
            <a:ext cx="7406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1 cm × 1 cm × 1 cm cube holds exactly 1 mL of water.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Unit Conversions</a:t>
            </a:r>
            <a:endParaRPr lang="en-US" sz="2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051560"/>
          <a:ext cx="7863840" cy="914400"/>
        </p:xfrm>
        <a:graphic>
          <a:graphicData uri="http://schemas.openxmlformats.org/drawingml/2006/table">
            <a:tbl>
              <a:tblPr/>
              <a:tblGrid>
                <a:gridCol w="2621280"/>
                <a:gridCol w="2621280"/>
                <a:gridCol w="262128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cm³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mL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They are equal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1,000 cm³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Divide cm³ by 1,000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m³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1,000 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cubic metre = 1,000 litres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1,000 mL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Divide mL by 1,000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NIS Pool — Capacity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1005840"/>
            <a:ext cx="78638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 volume = 640 m³.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m³ = 1,000 L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640 × 1,000 = 640,000 litres!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That's about 1,778 Korean soju bottles... just kidding.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about 2,133 bathtubs full of water.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Real-World Capacity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1005840"/>
            <a:ext cx="78638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Chinese tea cup (茶杯): ~150 mL.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Korean soju bottle: 360 mL.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German beer Maß: 1,000 mL (1 L).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Nanjing Xuanwu Lake: ~3.7 million m³ of water.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check: does my answer make sense?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Recommended Videos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86868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these on YouTube to learn more.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822960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64008" cy="10515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325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188720" y="1307592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Converting Between Units of Volume and Capacity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188720" y="1691640"/>
            <a:ext cx="7132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Corbettmaths  •  5 min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2423160"/>
            <a:ext cx="822960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7200" y="2423160"/>
            <a:ext cx="64008" cy="10515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5146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188720" y="2496312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and Capacity — What's the Difference?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188720" y="2880360"/>
            <a:ext cx="7132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 Antics  •  7 min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611880"/>
            <a:ext cx="822960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611880"/>
            <a:ext cx="64008" cy="10515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37033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1188720" y="3685032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 Units of Volume — cm³, m³, litres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188720" y="4069080"/>
            <a:ext cx="7132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Cognito  •  4 min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Review &amp; Practise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731520" y="256032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Capacity</dc:title>
  <dc:subject>PptxGenJS Presentation</dc:subject>
  <dc:creator>Mr Zocchi</dc:creator>
  <cp:lastModifiedBy>Mr Zocchi</cp:lastModifiedBy>
  <cp:revision>1</cp:revision>
  <dcterms:created xsi:type="dcterms:W3CDTF">2026-03-23T05:29:31Z</dcterms:created>
  <dcterms:modified xsi:type="dcterms:W3CDTF">2026-03-23T05:29:31Z</dcterms:modified>
</cp:coreProperties>
</file>