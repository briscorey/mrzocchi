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28016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Volume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274320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G6 Maths · Geometry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43891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 · mrzocchi.com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Volume?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amount of 3D space inside a solid shape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in cubic units: cm³, m³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Cuboid: V = length × width × height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Cube: V = side × side × side = side³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cubes: each small cube = 1 cm³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compound 3D shapes: split into cuboids, calculate each, add together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B9690"/>
                </a:solidFill>
              </a:rPr>
              <a:t>mrzocchi.com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= 3D space inside a shape (cm³, m³)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Cuboid: V = l × w × h | Cube: V = s³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 shapes: split into cuboids and add volumes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confuse with area (2D) or surface area (faces)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</a:rPr>
              <a:t>mrzocchi.com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Volume</dc:title>
  <dc:subject>PptxGenJS Presentation</dc:subject>
  <dc:creator>Mr Zocchi</dc:creator>
  <cp:lastModifiedBy>Mr Zocchi</cp:lastModifiedBy>
  <cp:revision>1</cp:revision>
  <dcterms:created xsi:type="dcterms:W3CDTF">2026-03-23T03:58:41Z</dcterms:created>
  <dcterms:modified xsi:type="dcterms:W3CDTF">2026-03-23T03:58:41Z</dcterms:modified>
</cp:coreProperties>
</file>