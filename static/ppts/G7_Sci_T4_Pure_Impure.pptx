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731520"/>
            <a:ext cx="2011680" cy="411480"/>
          </a:xfrm>
          <a:prstGeom prst="roundRect">
            <a:avLst>
              <a:gd name="adj" fmla="val 33333"/>
            </a:avLst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7 SCIENCE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Pure &amp; Impure Substances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4 · Chemistry — Separation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5669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 ZOCCHI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6035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🎯 Learning Objectives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you will be able to: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12140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214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63040" y="2057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pure and impure in a scientific context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74320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85292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8529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63040" y="27889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how melting/boiling points indicate purity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58444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58444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63040" y="3520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data to determine if a substance is pure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Does 'Pure' Mean in Science?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Scientific 'pure' is stricter than the everyday meaning.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9659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In science, pure means only ONE type of element or compound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974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743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This is different from everyday use (e.g., 'pure orange juice')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4747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520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Pure water is ONLY H₂O — nothing else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42519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42976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Tap water is impure — it contains dissolved minerals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50292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50749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A mixture is always impure (contains 2+ substances)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to Test Purity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173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Melting Point Test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754880" y="141732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Pure substances melt at an exact, sharp temperature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1488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1945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Impure substances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54880" y="219456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Melt over a range of temperatures (lower than expected)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9260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9718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Boiling Point Test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54880" y="297180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Pure substances boil at an exact temperature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7033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7490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Impure substances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754880" y="374904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Boil at a higher temperature than expected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44805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45262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54880" y="452628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Pure water boils at 100°C; salt water boils above 100°C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📖 Key Vocabulary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Pure Substance  纯净物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Contains only one type of element or compound.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6052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Impure  不纯的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29768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Contains a mixture of two or more substances.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0956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Melting Point  熔点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0956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Temperature at which a solid turns to liquid.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Boiling Point  沸点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Temperature at which a liquid turns to gas.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6052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9768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Sharp Melting Point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29768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Melts at an exact temperature — sign of purity.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77240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0956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90956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Melts over several degrees — sign of impurity.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💬 Think-Pair-Share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371600" y="1828800"/>
            <a:ext cx="9418320" cy="13716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C837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45920" y="1920240"/>
            <a:ext cx="8869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substance melts between 76°C and 82°C. Is it pure? How do you know?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828800" y="3657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What do pure substances do at their melting point?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828800" y="4297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What does a range of temperatures suggest?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828800" y="4937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How could you make it purer?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🧠 Check Your Understanding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8988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What does 'pure' mean in science?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97280" y="196596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198424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Contains only one type of element or compound — nothing else.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2432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How can you tell if a substance is pure from its melting point?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97280" y="320040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321868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Pure substances melt at a sharp, exact temperature. Impure ones melt over a range.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8587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Pure water boils at 100°C. Salt water boils at 103°C. Why?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97280" y="443484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445312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Salt water is impure — impurities raise the boiling point.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07492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09320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Q4: Is orange juice 'pure' in the scientific sense?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97280" y="566928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9" name="Text 17"/>
          <p:cNvSpPr/>
          <p:nvPr/>
        </p:nvSpPr>
        <p:spPr>
          <a:xfrm>
            <a:off x="1371600" y="568756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No — it's a mixture of water, sugars, acids, and vitamins.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📌 Key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55448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Pure = only one element or compound (scientific definition)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28600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3774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2377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Pure substances have sharp, exact melting/boiling points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10896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004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Impurities lower the melting point and raise the boiling point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93192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0233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02336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Melting over a range = impure substance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475488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8463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846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Chromatography and distillation can test and improve purity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0"/>
            <a:ext cx="12188952" cy="7315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8288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0" y="301752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Self-Quiz and Review Games on mrzocchi.com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0" y="50292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Pure &amp; Impure Substances</dc:title>
  <dc:subject>PptxGenJS Presentation</dc:subject>
  <dc:creator>Mr Zocchi</dc:creator>
  <cp:lastModifiedBy>Mr Zocchi</cp:lastModifiedBy>
  <cp:revision>1</cp:revision>
  <dcterms:created xsi:type="dcterms:W3CDTF">2026-03-24T11:30:53Z</dcterms:created>
  <dcterms:modified xsi:type="dcterms:W3CDTF">2026-03-24T11:30:53Z</dcterms:modified>
</cp:coreProperties>
</file>