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Probability &amp; Statistics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Revision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averages, charts, and probability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828800"/>
            <a:ext cx="73152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4630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194560" y="192024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&amp; Averages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&amp; Averages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= categories (words). Quantitative = numbers.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sum ÷ count. Median = middle value. Mode = most common. Range = max − min.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uses all data but is affected by outliers. Median resists outliers.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surveys: clear questions, no overlap, no leading, 30+ responses.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bar (categories), line (time), pie (proportions), scatter (relationships).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828800"/>
            <a:ext cx="73152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4630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194560" y="192024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Probability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Probability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P(event) = favourable outcomes ÷ total outcomes. Always 0 ≤ P ≤ 1.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P(not happening) = 1 − P(happening). All probabilities sum to 1.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Theoretical: calculated logically. Experimental: found by doing trials.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trials → experimental gets closer to theoretical (law of large numbers).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experimental ≠ theoretical with many trials → object may be biased.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Revision Checklist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and organising data (tally, frequency tables)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Mean, median, mode, range — and when to use each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and interpreting charts and graphs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vs experimental probability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of large numbers and bias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yourself with the Self-Quiz and Review Games on mrzocchi.com.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&amp; Statistics — Full Revision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