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&amp; Number Systems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Number Sense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Place Value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digit in a number has a VALUE based on its POSITION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4,527: the 4 = 4,000 (thousands), 5 = 500 (hundreds), 2 = 20 (tens), 7 = 7 (ones)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 extends to decimals: tenths, hundredths, thousandths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left: each place is ×10 bigger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right: each place is ÷10 smaller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&amp; Writing Large Numbers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commas or spaces to separate groups of three digits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4,527,830 = four million, five hundred twenty-seven thousand, eight hundred and thirty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Partition: 4,527 = 4,000 + 500 + 20 + 7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by looking at the largest place value first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Ordering: arrange from smallest to largest (ascending) or largest to smallest (descending)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value: each digit's value depends on its position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place is 10× bigger going left, 10× smaller going right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numbers to understand their structure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numbers from the highest place value down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Value &amp; Number Systems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