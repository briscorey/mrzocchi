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Continental Drift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Continents that move like puzzle pieces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is it possible that fossils of tropical plants have been found in Antarctica?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dinosaur fossils appear in both China AND Germany, separated by thousands of km.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continents have been in different positions millions of years ago?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would you look for?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map — which continents look like they might fit together?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Wegener's Big Idea (1912)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Alfred Wegener (German scientist, born in Berlin) noticed continents fit together.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proposed they were once joined in a supercontinent called Pangaea.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millions of years, Pangaea broke apart and the pieces drifted.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time, most scientists rejected his idea.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was a meteorologist and polar explorer. Pangaea means 'all lands' in Greek.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for Continental Drift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Coastline fit — South America and Africa like a puzzle.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fossils — Lystrosaurus found in China, India, AND Antarctica.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evidence — identical rock types match across continents.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clues — coal deposits in Antarctica (coal forms in tropical swamps).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Was He Rejected?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6400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Wegener could not explain HOW continents moved.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a meteorologist, not a geologist.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scientific community was divided.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393192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005840"/>
            <a:ext cx="3931920" cy="64008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1887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(1960s)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Sea-floor spreading was discovered.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currents provide the mechanism.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tectonics theory was born.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Pangaea Timeline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335 Ma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Pangaea Forms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land joined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 Ma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Breakup Begins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3568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Laurasia &amp; Gondwana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 cm/yr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Today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48400" y="3291840"/>
            <a:ext cx="2072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Atlantic still widening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Continental Drift — Alfred Wegener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FuseSchool  •  4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Million Years Ago to 250 Million Years in the Future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Kurzgesagt  •  7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Pangaea — the Supercontinent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AumSum Time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Continental Drift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