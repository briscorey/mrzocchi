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 Boundaries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3 · Earth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Tectonic Plates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Earth's crust is broken into large pieces called tectonic plates. These plates float on the semi-liquid mantle and move slowly due to convection currents. Where plates meet, we get earthquakes, volcanoes, and mountains. There are three types of plate boundary.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Types of Boundary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move APART. Magma rises to fill the gap, creating new crust. Example: Mid-Atlantic Ridge. Features: rift valleys, volcanic islands, sea-floor spreading.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push TOGETHER. If oceanic meets continental, the denser oceanic plate subducts (sinks under). Creates deep trenches, mountains, and explosive volcanoes.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slide PAST each other. No crust is created or destroyed. Friction causes powerful earthquakes. Example: San Andreas Fault, California.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Convergent Boundaries in Detail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Ocean-ocean: one subducts → volcanic island arc (e.g. Japan)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Ocean-continent: ocean subducts → coastal mountains + volcanoes (e.g. Andes)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Continent-continent: neither subducts → fold mountains (e.g. Himalayas)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Subduction creates deep ocean trenches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subducted plate creates magma → volcanoes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Ring of Fire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of volcanoes and earthquake zones around the Pacific Ocean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~75% of world's active volcanoes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~90% of world's earthquakes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Caused by multiple convergent and transform boundaries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affected: Japan, Indonesia, Chile, New Zealand, USA (west coast)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boundaries: divergent (apart), convergent (together), transform (sideways)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Divergent: new crust formed from rising magma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Convergent: subduction (one plate sinks under another)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Transform: friction causes earthquakes, no volcanoes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of Fire: ~75% volcanoes, ~90% earthquakes around the Pacific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 Boundaries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