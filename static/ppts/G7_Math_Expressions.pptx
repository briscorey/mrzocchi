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7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Algebraic Expressions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and simplifying with letters and numbers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NIS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an Expression?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expression combines numbers, variables (letters), and operations.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an equation, it has NO equals sign.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3x + 5, 2a - 7, 4y²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letters to represent unknown numbers.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3035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72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letter representing an unknown (e.g. x, 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part (e.g. 3x, 5, 2y)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Coefficient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number in front of a variable (in 3x, it's 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number with no variable (in 3x + 5, it's 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 terms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Terms with the same variable (3x and 7x)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Simplifying Expressions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like terms — group terms with the same variable.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3x + 5 + 2x - 1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(3x + 2x) + (5 - 1)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5x + 4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7863840" cy="640080"/>
          </a:xfrm>
          <a:prstGeom prst="roundRect">
            <a:avLst>
              <a:gd name="adj" fmla="val 11429"/>
            </a:avLst>
          </a:prstGeom>
          <a:solidFill>
            <a:srgbClr val="E8F5F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25196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add unlike terms. 3x + 5 ≠ 8x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learnlattice.org/students/exam-revision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Expressions</dc:title>
  <dc:subject>PptxGenJS Presentation</dc:subject>
  <dc:creator>Mr Zocchi</dc:creator>
  <cp:lastModifiedBy>Mr Zocchi</cp:lastModifiedBy>
  <cp:revision>1</cp:revision>
  <dcterms:created xsi:type="dcterms:W3CDTF">2026-03-21T12:00:06Z</dcterms:created>
  <dcterms:modified xsi:type="dcterms:W3CDTF">2026-03-21T12:00:06Z</dcterms:modified>
</cp:coreProperties>
</file>