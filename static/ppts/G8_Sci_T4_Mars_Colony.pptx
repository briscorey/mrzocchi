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a Mars Colony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4 · Interdisciplinary — Mars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science knowledge to design a Mars habitat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life support, energy, and food systems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and justify design decisions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Systems for a Colony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Support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generation, CO₂ removal, air recycling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panels and/or nuclear reactor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extraction, recycling, purification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Hydroponic greenhouses, high-calorie crops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Pressurised, insulated, radiation-shielded habitat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303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53035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relay to Earth (4-24 min delay)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Considerations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Underground habitats protect from radiation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Solar panels work but dust storms reduce efficiency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Nuclear power is reliable regardless of weather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Hydroponics uses less water than soil farming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26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Regolith (Mars soil) could be used for building materials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52578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303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Psychological wellbeing: windows, green spaces, social areas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Hydroponics  水培法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plants in nutrient water without soil.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Panel  太阳能板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sunlight into electricity.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Reactor  核反应堆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energy from nuclear fission.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ISRU  原位资源利用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Mars's own resources instead of bringing from Earth.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Pressurised Habitat  加压栖息地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structure maintaining breathable air pressure.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Regolith  风化层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surface soil — potential building material.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a budget for ONE energy source for your Mars colony. Do you choose solar panels or a nuclear reactor? Justify your choice.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about dust storms blocking sunlight?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long does nuclear fuel last?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are the safety risks of each?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Why might underground habitats be better than surface ones?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Protection from radiation and extreme temperature swings.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What is hydroponics?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Growing plants in nutrient-rich water instead of soil.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Why is ISRU important for Mars colonisation?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Using Mars resources reduces the amount that must be transported from Earth.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Name two energy sources suitable for Mars.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Solar panels and nuclear reactors.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colonies need life support, energy, water, food, and shelter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Underground habitats protect from radiation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and nuclear are the main energy options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Hydroponics allows food production without soil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ISRU (using local resources) reduces dependency on Earth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Mars Colony</dc:title>
  <dc:subject>PptxGenJS Presentation</dc:subject>
  <dc:creator>Mr Zocchi</dc:creator>
  <cp:lastModifiedBy>Mr Zocchi</cp:lastModifiedBy>
  <cp:revision>1</cp:revision>
  <dcterms:created xsi:type="dcterms:W3CDTF">2026-03-24T11:35:32Z</dcterms:created>
  <dcterms:modified xsi:type="dcterms:W3CDTF">2026-03-24T11:35:32Z</dcterms:modified>
</cp:coreProperties>
</file>