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Interdependence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all living things depend on each other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E9C46A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wolves were reintroduced to Yellowstone, even the RIVERS changed. How is that possible?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or adding ONE species can transform an entire ecosystem.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could a predator affect rivers?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chain of events from wolf → river?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something similar happen in a Chinese ecosystem?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Interdependence?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depend on each other to survive.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species is affected, it impacts the whole ecosystem.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delicate balance.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Disrupting one link causes a cascade effect.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a tower of blocks — remove one and others may fall.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Relationships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Mutualism (both benefit)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 and flowers.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Clownfish and anemones.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pine and nutcrackers — birds spread seeds.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Parasitism (one harmed)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Ticks on deer.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Mistletoe on trees.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flukes in fish — a concern in Chinese freshwater fish.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Trophic Cascades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at one level ripple through the food web.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Yellowstone: wolves removed → deer exploded → overgrazing → plant loss → soil erosion → rivers widened.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Wolves reintroduced → deer reduced → trees recovered → rivers stabilised.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Yangtze fishing ban (2021–2031): removing human fishing pressure to let the ecosystem recover.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10-year Yangtze fishing ban is the largest trophic cascade experiment in history.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compete for limited resources.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Intraspecific: within same species (trees competing for light).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Interspecific: between species.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Resources: food, water, shelter, mates, light, space.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forests in China: pandas vs. other species for habitat.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Wolves Change Rivers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Human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Symbiosis — Mutualism, Commensalism, Parasitism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Amoeba Sisters  •  6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Interdependence in Ecosystems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Interdependence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