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Transfer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Ecosystems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energy go?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E9C46A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 produces 30% of the world's rice. If all that rice energy was passed to humans, why is only ~10% actually used for growth?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energy is 'lost' at every step — but where does it go?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organisms USE energy for?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farmer need far more rice plants than cows?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the 'lost' 90%?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Powers Everything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energy comes from the Sun.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capture sunlight through photosynthesis.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energy → chemical energy (glucose).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energy is passed through the food chain.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10% Rule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 Energy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sunlight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568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primary consumer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4840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1% of original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Energy Go?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Respiration — life processes (released as heat).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— animals use energy to move, hunt, escape.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— not all food is digested.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— small amount becomes new tissue.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'growth' is available to the next consumer.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Pyramids of Energy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Show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at each trophic level.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pyramid-shaped.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at bottom (producers).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at top (predators).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rice paddies: vast energy base.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predators can be supported.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 stay short.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kJ/m²/year.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Transfer in Ecosystems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10% Rule — Energy Pyramids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Bozeman Science  •  7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Food Chains Are Short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Transfer in Ecosystems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