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&amp; Graphs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Scientific Skills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Recording 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table with clear headings and units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goes in the LEFT column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goes in the RIGHT column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data as you go — don't wait until the end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units in column headings, not in each cell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Graphs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Chart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categoric (named)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don't touch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favourite colours in class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can be horizontal or vertical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Graph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continuous (number)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points, then draw line of best fit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temperature over time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trends and patterns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Good Graphs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what the graph shows (DV vs IV)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Independent Variable (what you changed)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Y-axis: Dependent Variable (what you measured)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both axes with name AND unit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ruler for straight lines and neat bars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at least half the graph paper with your data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Tables: IV on left, DV on right, units in headings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charts for categories, line graphs for continuous 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label axes with variable name and unit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should describe what the graph shows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&amp; Graphs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