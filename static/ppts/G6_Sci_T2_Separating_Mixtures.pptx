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7C3A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Separating Mixtures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731520" y="292608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6 Science · Mr Zocchi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76809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for: Filtration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points will be covered in class.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772400" y="466344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6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Evaporation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76809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for: Evaporation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points will be covered in class.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772400" y="466344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6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Distillation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76809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for: Distillation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points will be covered in class.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772400" y="466344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6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Chromatography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76809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for: Chromatography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points will be covered in class.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772400" y="466344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6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Choosing the right method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76809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for: Choosing the right method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points will be covered in class.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772400" y="466344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Separating Mixtures</dc:title>
  <dc:subject>PptxGenJS Presentation</dc:subject>
  <dc:creator>Mr Zocchi</dc:creator>
  <cp:lastModifiedBy>Mr Zocchi</cp:lastModifiedBy>
  <cp:revision>1</cp:revision>
  <dcterms:created xsi:type="dcterms:W3CDTF">2026-03-21T23:42:03Z</dcterms:created>
  <dcterms:modified xsi:type="dcterms:W3CDTF">2026-03-21T23:42:03Z</dcterms:modified>
</cp:coreProperties>
</file>