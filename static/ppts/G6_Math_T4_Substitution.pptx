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Algebra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Substitution?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a letter with a number to calculate the value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 = 4, then 3n + 2 = 3(4) + 2 = 12 + 2 = 14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BIDMAS when calculating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out each step clearly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substitute into the expression BEFORE simplifying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= 3 and b = 5: find 2a + b = 2(3) + 5 = 6 + 5 = 11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= 4: find x² + 3 = 4² + 3 = 16 + 3 = 19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= 2: find 5p - 3 = 5(2) - 3 = 10 - 3 = 7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 = 6: find m/2 + 4 = 6/2 + 4 = 3 + 4 = 7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variables: if a=3, b=2: find ab = 3×2 =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= replace the letter with a number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BIDMAS order when calculating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each step of your working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does your answer make sense?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Substitution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