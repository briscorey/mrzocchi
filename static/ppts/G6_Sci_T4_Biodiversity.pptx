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Biodiversity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4 · Ecology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Biodiversity?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Biodiversity means the variety of different species in an ecosystem. High biodiversity = many different species = a healthy, stable ecosystem. Low biodiversity = few species = a fragile ecosystem. Earth has an estimated 8.7 million species, but only ~1.5 million have been identified.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Biodiversity Matters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species has a role in the ecosystem (food, pollination, decomposition)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Diverse ecosystems are more resilient to change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medicines come from plants and animals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security depends on crop diversity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Aesthetic, cultural, and recreational value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 to Biodiversity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Habitat destruction (deforestation, urbanisation)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change (shifting habitats, coral bleaching)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Overexploitation (overfishing, poaching)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Pollution (plastics, pesticides, oil spills)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species (outcompete native species)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Measuring &amp; Protecting Biodiversity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estimate biodiversity using quadrats, transects, and species counts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 species count AND even distribution = high biodiversity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areas: national parks, marine reserves, wildlife corridors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banks store seeds of endangered plants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Zoos run captive breeding programmes for endangered animals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agreements: CITES bans trade of endangered species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Biodiversity = variety of species in an ecosystem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biodiversity = healthy, stable; low biodiversity = fragile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Threats: habitat loss, climate change, overexploitation, pollution, invasive species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Protection: parks, reserves, seed banks, breeding programmes, laws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~8.7 million species on Earth; only ~1.5 million identified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Biodiversity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