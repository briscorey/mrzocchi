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Crime Scene Investigation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Forensic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a crime scene is secured and why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different types of physical evidence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the role of a forensic scientist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importance of avoiding contamination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Forensic Science?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Forensic science applies scientific methods to solve crimes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Scientists collect, analyse, and interpret physical evidence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Evidence must be collected carefully to avoid contamination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 chain of custody records who handled each piece of evidence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Forensic science covers biology, chemistry, and physics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Evidence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5303520" cy="50292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Evidence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Fingerprints left on surfaces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Fibres from clothing or carpet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Blood and other body fluids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Footprints and tool marks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Chemical substances (drugs, poisons)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371600"/>
            <a:ext cx="530352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9050">
            <a:solidFill>
              <a:srgbClr val="E9C4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9360" y="1371600"/>
            <a:ext cx="5303520" cy="50292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4" name="Text 12"/>
          <p:cNvSpPr/>
          <p:nvPr/>
        </p:nvSpPr>
        <p:spPr>
          <a:xfrm>
            <a:off x="6492240" y="13716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Evidence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Tiny particles transferred by contact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Locard's Exchange Principle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0" y="32918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Hair, soil, glass fragments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Paint chips and pollen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448056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Often invisible to the naked eye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 法医的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science to investigate and solve crimes.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 证据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or objects that help prove what happened.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Contamination  污染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unwanted substances are added to evidence.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Custody  证据链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record of everyone who has handled evidence.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Locard's Principle  罗卡原则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contact leaves a trace.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Suspect  嫌疑人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thought to have committed the crime.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window is broken and a laptop is missing. What evidence would you look for at the scene?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Think about physical and trace evidence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surfaces might have fingerprints?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Could there be fibres, footprints, or DNA?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is Locard's Exchange Principle?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Every contact between two objects leaves a trace of evidence.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must evidence be sealed in bags?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To prevent contamination and preserve the evidence for analysis.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Name three types of physical evidence.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Fingerprints, fibres, blood, footprints, tool marks (any three).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a chain of custody?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 documented record of everyone who has handled a piece of evidence.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science uses scientific methods to solve crimes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Locard's Principle: every contact leaves a trace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must be collected carefully to avoid contamination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Chain of custody tracks who handled each piece of evidence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physical and trace evidence help identify suspects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Crime Scene Investigation</dc:title>
  <dc:subject>PptxGenJS Presentation</dc:subject>
  <dc:creator>Mr Zocchi</dc:creator>
  <cp:lastModifiedBy>Mr Zocchi</cp:lastModifiedBy>
  <cp:revision>1</cp:revision>
  <dcterms:created xsi:type="dcterms:W3CDTF">2026-03-24T11:30:52Z</dcterms:created>
  <dcterms:modified xsi:type="dcterms:W3CDTF">2026-03-24T11:30:52Z</dcterms:modified>
</cp:coreProperties>
</file>