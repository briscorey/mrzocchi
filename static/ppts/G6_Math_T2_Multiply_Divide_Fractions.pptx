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Multiplying &amp; Dividing Fractions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Fractions &amp; Decimals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Multiplying Fractions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numerator × numerator and denominator × denominator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× 4/5 = 8/15 (no need for common denominator!)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a whole number: put whole number over 1 first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2/5 = 3/1 × 2/5 = 6/5 = 1 1/5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before or after multiplying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'Of' means multiply: 1/4 of 20 = 1/4 × 20 =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Dividing Fractions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KFC: Keep, Flip, Change (Keep first fraction, Flip second, Change ÷ to ×)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÷ 4/5 → Keep 2/3, Flip 4/5 to 5/4, Change to × → 2/3 × 5/4 = 10/12 = 5/6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flipped fraction is called the RECIPROCAL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of 4/5 = 5/4; reciprocal of 3 = 1/3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simplify your final answer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Multiply: top × top, bottom × bottom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Divide: KFC (Keep, Flip, Change) then multiply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'Of' means multiply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simplify — cancel common factors before or after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Multiplying &amp; Dividing Fractions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