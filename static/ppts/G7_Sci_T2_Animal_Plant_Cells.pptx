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Animal vs Plant Cells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2 · Biology — Cells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and contrast animal and plant cells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the additional structures found in plant cells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function of the cell wall, vacuole, and chloroplasts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Animal vs Plant Cells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303520" cy="5029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Cells Have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Cell membrane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Cytoplasm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Nucleus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Mitochondria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Ribosomes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50749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NO cell wall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56692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NO chloroplasts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62636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Small or no vacuole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Cells Also Have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8368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Everything an animal cell has PLUS: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Cell wall — rigid support from cellulose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Chloroplasts — contain chlorophyll for photosynthesis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Large permanent vacuole — stores cell sap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These three extra structures are the key difference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Plant Cells Have Extra Parts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Wall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of cellulose — gives rigid support and shape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Chloroplasts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 chlorophyll — absorb light for photosynthesis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Vacuole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Filled with cell sap — keeps the cell firm (turgid)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 cell wall in animals?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Animals need flexible cells for movement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 chloroplasts in animals?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Animals get energy from food, not sunlight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Wall  细胞壁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Rigid outer layer in plant cells. Made of cellulose.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Chloroplast  叶绿体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Contains chlorophyll. Where photosynthesis happens.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Vacuole  液泡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space in plant cells filled with cell sap.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Chlorophyll  叶绿素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pigment that absorbs light for photosynthesis.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Turgid  膨胀的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plant cell that is firm because its vacuole is full.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Cellulose  纤维素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material that makes up plant cell walls.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Think-Pair-Share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941832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C837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92024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student says 'Plant cells have all the same parts as animal cells plus three extra.' Is this correct?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are the three extra parts?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Is anything missing from animal cells?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Are there any exceptions?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Name three structures found in plant cells but NOT animal cells.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Cell wall, chloroplasts, large permanent vacuole.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What is the function of chloroplasts?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Contain chlorophyll and carry out photosynthesis (making food from light).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Why do plant cells have a cell wall?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Made of cellulose — provides rigid support and maintains cell shape.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keeps a plant cell firm?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large vacuole filled with cell sap keeps the cell turgid.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cells have three extra structures: cell wall, chloroplasts, vacuole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wall provides rigid support (cellulose)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Chloroplasts carry out photosynthesis using chlorophyll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vacuole stores cell sap and keeps the cell turgid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cells lack these because they move and eat food for energy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Animal vs Plant Cells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