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Charts &amp; Graphs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Displaying data visually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chart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for categorical data (gaps between)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 chart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divided into sectors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Pictogram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represent data values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 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connected — for continuous data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Axis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(x) or vertical (y) line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values marked on the axis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the Right Chart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chart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Comparing categories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Bars don't touch, equal 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 chart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Showing proportions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Sectors add up to 360°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Pictogram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comparisons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symbol = a set number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over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Points connected by 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 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Showing relationships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Looking for correlation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Charts — Golden Rules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give your chart a clear TITLE.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both axes with the variable name AND unit.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sensible SCALE — use even numbers, fill the space.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charts: bars should be equal width with equal gaps.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charts: angles must add up to 360°. Use a protractor.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points carefully — use a sharp pencil and small crosses (×).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without labels is like a map without names — it tells you nothing.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&amp; Interpreting Charts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title, axis labels, and scale BEFORE trying to answer questions.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bar charts: read the HEIGHT of each bar against the y-axis.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pie charts: bigger sector = bigger proportion.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line graphs: describe the TREND (increasing, decreasing, steady).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DATA from the chart to support your answers.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choose the right chart type for my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draw bar charts, pie charts, and line graphs correctly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that bar chart bars don't touch (unlike histograms)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interpret different types of charts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always include a title, labels, and sensible scale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turn numbers into pictures — making patterns easy to see.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Charts &amp; Graphs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