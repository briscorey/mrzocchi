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3 · Physics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pressure and state its unit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formula: pressure = force ÷ area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area affects pressure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1596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4251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pressure concepts to real-world examples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Pressure?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explains why sharp knives cut and snowshoes don't sink.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Pressure is the force acting per unit area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Pressure = Force ÷ Area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Measured in Pascals (Pa) or N/m²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 Pa = 1 N acting on 1 m²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Same force over smaller area = MORE pressure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Calculating Pressure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FF8E7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box weighs 600 N and sits on a base of 2 m². What pressure does it exert?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formula: Pressure = Force ÷ Area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Substitute: P = 600 ÷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Calculate: P = 300 Pa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Pascals of pressure on the ground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Increasing vs Decreasing Pressure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Pressure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Make the area smaller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Knife blade: thin edge, same force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Stiletto heels: tiny area, lots of pressure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Nails and pins: pointed tip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Drawing pins: small contact area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 Pressure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Make the area bigger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Snowshoes: spread weight over large area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Wide tyres on sand vehicles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Caterpillar tracks on tanks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Flat foundations on buildings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 压强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per unit area. P = F ÷ A. Measured in Pascals.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 (Pa)  帕斯卡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of pressure. 1 Pa = 1 N/m².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 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push or pull measured in Newtons (N).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 面积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 over which a force is spread (m²).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Pressure  大气压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exerted by the weight of air above us.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Hydraulics  液压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liquid pressure to multiply force.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is the formula for pressure?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Pressure = Force ÷ Area (P = F/A)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A 900 N force acts on 3 m². Pressure?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 = 900 ÷ 3 = 300 Pa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do sharp knives cut more easily?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Same force on a smaller area = higher pressure.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Why do tractors have wide tyres?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 spread the weight over a larger area, reducing pressure on soft ground.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= Force ÷ Area, measured in Pascals (Pa)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area = more pressure (knives, nails, stilettos)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area = less pressure (snowshoes, wide tyres, tracks)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Pascal = 1 Newton per square metre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explains cutting, sinking, and many everyday phenomena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Pressure</dc:title>
  <dc:subject>PptxGenJS Presentation</dc:subject>
  <dc:creator>Mr Zocchi</dc:creator>
  <cp:lastModifiedBy>Mr Zocchi</cp:lastModifiedBy>
  <cp:revision>1</cp:revision>
  <dcterms:created xsi:type="dcterms:W3CDTF">2026-03-24T11:30:53Z</dcterms:created>
  <dcterms:modified xsi:type="dcterms:W3CDTF">2026-03-24T11:30:53Z</dcterms:modified>
</cp:coreProperties>
</file>