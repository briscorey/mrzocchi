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 Boundaries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Earth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Tectonic Plates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crust is broken into large pieces called tectonic plates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float on the semi-liquid mantle below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move very slowly (a few cm per year)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plates meet = plate boundaries → earthquakes + volcanoes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Types of Boundary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Divergent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Plates move APART → magma rises → new crust forms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8056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114300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Convergent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Plates push TOGETHER → one sinks (subduction) → mountains/volcanoes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74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Transform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Plates slide PAST each other → friction → earthquakes, no volcanoes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87452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Subduction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Denser oceanic plate sinks beneath continental plate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060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Mid-ocean ridge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Underwater mountain range formed at divergent boundary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8056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260604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Ring of Fire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Zone of volcanoes/earthquakes around the Pacific Ocean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boundary types: divergent (apart), convergent (together), transform (past)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 = new crust; Convergent = subduction/mountains; Transform = earthquakes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Ring of Fire circles the Pacific Ocean (75% of world's volcanoes)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movement is driven by convection currents in the mantle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 Boundaries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