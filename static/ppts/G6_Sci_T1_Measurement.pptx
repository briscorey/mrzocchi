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&amp; Units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Science · Scientific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Measurement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depends on accurate measurements, not guesses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standard units so everyone understands our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system (SI units) is used worldwide in science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 and unit is part of good experimental design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Units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Length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Metres (m), centimetres (cm), millimetres (mm)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09728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0" y="109728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143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Mass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Kilograms (kg), grams (g)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745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Volume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Litres (L), millilitres (mL), cubic cm (cm³)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82880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8745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Temperature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Degrees Celsius (°C)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56032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Time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Seconds (s), minutes (min), hours (h)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56032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2560320"/>
            <a:ext cx="54864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606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Force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Newtons (N)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Accurate Measurements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scales at eye level to avoid parallax error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multiple measurements and calculate the mean (average)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measurements immediately — don't rely on memory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smallest division for the most precise reading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the UNIT with every measurement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SI units in science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multiple readings and calculate the mean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scales at eye level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measurements with the correct unit immediately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&amp; Units</dc:title>
  <dc:subject>PptxGenJS Presentation</dc:subject>
  <dc:creator>Mr Zocchi</dc:creator>
  <cp:lastModifiedBy>Mr Zocchi</cp:lastModifiedBy>
  <cp:revision>1</cp:revision>
  <dcterms:created xsi:type="dcterms:W3CDTF">2026-03-23T03:53:56Z</dcterms:created>
  <dcterms:modified xsi:type="dcterms:W3CDTF">2026-03-23T03:53:56Z</dcterms:modified>
</cp:coreProperties>
</file>