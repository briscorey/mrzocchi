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Solar System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place in 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body orbiting a star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of hot gas producing light and heat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Orbit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an object takes around another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pulling objects together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and everything orbiting 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Satellite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orbiting a planet (moon or artificial)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Solar System?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is at the centre — it contains 99.8% of all mass in the solar system.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 orbit the Sun: Mercury, Venus, Earth, Mars, Jupiter, Saturn, Uranus, Neptune.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Rocky planets (inner): Mercury, Venus, Earth, Mars — small, dense, solid surface.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giants (outer): Jupiter, Saturn, Uranus, Neptune — huge, made of gas and ice.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includes: dwarf planets (Pluto), asteroids, comets, and moons.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Very Energetic Mother Just Served Us Nachos — order from the Sun.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Solar System in Numbers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rocky inner, 4 gas outer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— a medium-sized yellow star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 alone has 95 known moons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from the Sun takes 8 minutes to reach Earth.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Rocky Planets vs Gas Giants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Rocky (Terrestrial)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dense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surface you could stand 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rock and metal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or no moons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Sun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 Giants (Jovian)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 diameter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solid surface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hydrogen, helium, ice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moons and rings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the Sun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 Holds It All Together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is the force of attraction between any objects with mass.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Sun's gravity keeps all the planets in their orbits.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Planets' gravity keeps their moons in orbit.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gets weaker with distance — farther planets orbit more slowly.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gravity, planets would fly off in a straight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Neptune 165 Earth years to orbit the Sun once.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name the 8 planets in order from the Sun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difference between rocky planets and gas giants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that gravity keeps planets in orbit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what a solar system 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what stars, moons, asteroids, and comets 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solar system is one of billions in the Milky Way galaxy.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Solar System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