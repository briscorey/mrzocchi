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&amp; Night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Space Science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 We Have Day and Night?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ROTATES (spins) on its axis once every 24 hours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side facing the Sun has daytime, the other side has night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rotates from west to east — that's why the Sun 'rises' in the east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doesn't actually move — WE are spinning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any moment, half of Earth is in daylight and half in darkness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Length &amp; Time Zones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places on Earth see the Sun at different times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we have time zones — 24 zones around the world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length varies with seasons (longer days in summer, shorter in winter)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equator, day and night are roughly equal (12h each) all year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poles, you can have 24-hour daylight or darkness in extreme seasons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Day/night caused by Earth rotating on its axis (24-hour cycle)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appears to move east→west but actually Earth spins west→east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zones exist because different places face the Sun at different times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length changes with seasons due to axial tilt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&amp; Night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