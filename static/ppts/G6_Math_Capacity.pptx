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Mathematics · Mr Zocchi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3 · Geometry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371600" y="914400"/>
            <a:ext cx="6400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914400"/>
            <a:ext cx="91440" cy="32004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109728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Volume and Capacity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182880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is the maximum amount a container can hold, usually measured in litres (L) and millilitres (mL). Volume and capacity are closely linked: 1 cm³ of space holds exactly 1 mL of water. Understanding this connection is essential for real-world problems.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Conversions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mL = 1 cm³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 = 1000 mL = 1000 cm³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kL = 1000 L = 1 m³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water bottle = 500 mL = 0.5 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bathtub ≈ 300 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Olympic pool = 2,500,000 L = 2,500 kL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37160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Capacity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measuring cylinder for liquids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bottom of the meniscus at eye level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= marked with measurement lines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container for the amount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amounts: mL (medicine, cooking)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amounts: L (petrol, swimming pools)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Problems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fish tank is 60cm × 30cm × 40cm. Volume = 72,000 cm³ = 72,000 mL = 72 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jug holds 1.5 L. How many 250 mL glasses can it fill? 1500 ÷ 250 = 6 glasses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swimming pool is 25m × 10m × 2m = 500 m³ = 500,000 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convert to the same unit before calculating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answer with the correct unit (L, mL, cm³, m³)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= maximum a container can hold (L, mL)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cm³ = 1 mL. 1000 cm³ = 1 L. 1 m³ = 1000 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volume of container, then convert to capacity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measuring cylinders at eye level, bottom of meniscus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Real-world: fish tanks, pools, jugs — always convert units first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Capacity</dc:title>
  <dc:subject>PptxGenJS Presentation</dc:subject>
  <dc:creator>Mr Zocchi</dc:creator>
  <cp:lastModifiedBy>Mr Zocchi</cp:lastModifiedBy>
  <cp:revision>1</cp:revision>
  <dcterms:created xsi:type="dcterms:W3CDTF">2026-03-23T04:01:17Z</dcterms:created>
  <dcterms:modified xsi:type="dcterms:W3CDTF">2026-03-23T04:01:17Z</dcterms:modified>
</cp:coreProperties>
</file>