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Sense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value, operations, and number properties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73152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&amp; Rounding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Numbers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value: each position is 10× bigger than the one to its right.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Rounding: look at the digit to the RIGHT of your target. 5+ = round up, 0–4 = round down.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BIDMAS: Brackets → Indices → Division/Multiplication → Addition/Subtraction.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numbers: same signs = positive result, different signs = negative.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divide IN, multiples multiply OUT, primes have exactly 2 factors.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73152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Skills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numbers using place value columns (start from the left).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estimation to check your answers: round then calculate.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Add/subtract negatives: use a number line. Two negatives = a positive (for multiplication).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HCF by listing common factors. Find LCM by listing common multiples.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&gt; 1 are either prime or composite.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Revision Checklist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 — identify digit values, compare and order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— to nearest 10, 100, 1000, and decimal places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BIDMAS — correct order of operations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numbers — add, subtract, multiply, divide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Factors, multiples, primes, HCF, LCM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yourself with the Self-Quiz and Review Games on mrzocchi.com.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 Sense — Full Revision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