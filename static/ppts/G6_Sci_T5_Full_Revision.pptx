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Science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Space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rocky: Mercury, Venus, Earth, Mars. Outer gas/ice: Jupiter, Saturn, Uranus, Neptune. Sun = 99.8% mass.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Earth-Sun-Moon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orbits Sun (365.25 days). Moon orbits Earth (27.3 days). Moon phases: new→quarter→full→quarter (29.5 days).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Day, Night &amp; Seasons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Day/night: Earth rotates (24 hrs). Seasons: 23.5° tilt (NOT distance). Summer: tilt towards Sun. Opposite in each hemisphere.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Exploration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Sputnik 1957. Moon landing 1969. ISS 1998–present. James Webb telescope 2022.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Explore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Telescopes, probes, rovers, satellites, crewed missions. Each has different capabilities and limitations.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Artemis: Moon return. Mars missions 2030s. Reusable rockets. Search for extraterrestrial life.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planets: 4 inner rocky, 4 outer gas/ice giants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Day/night = rotation (24h); seasons = tilt (23.5°), NOT distance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phases cycle every 29.5 days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milestones: Sputnik, Apollo 11, ISS, JWST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Artemis Moon missions, Mars in 2030s, search for life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Science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