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vs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Probability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vs what actually happens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based on equally likely outcomes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when you do an experiment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attempt in an experiment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frequency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probability from results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outcomes equally likely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outcomes more likely than others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vs Experimental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using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fair/equally likely outcomes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P(heads) = ½ for a fair coin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an experiment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'expected' probability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DOING the experiment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outcomes and divide by total trials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match theoretical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trials → closer to theoretical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relative frequency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They Differ?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few trials, results can be very different from expected.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flip a coin 10 times — you might get 7 heads and 3 tails (not 5 and 5).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trials, experimental probability gets CLOSER to theoretical.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the LAW OF LARGE NUMBERS.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experimental probability is very different from theoretical, the object may be BIASED.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flips is more reliable than 10 flips. 1,000 flips is even more reliable.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Experimental Probability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probability = number of successes ÷ total number of trials.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you spin a spinner 50 times and get red 18 times. P(red) ≈ 18/50 = 0.36.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experimental probability when you CANNOT calculate theoretical (e.g. biased dice).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trials you do, the more reliable your estimate becomes.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experimental results with theoretical to check for fairness.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calculate theoretical and experimental probability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they may differ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that more trials gives more reliable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whether an object might be biased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relative frequency from experimental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trials = closer to theoretical probability. This is the law of large numbers.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vs Theoretical Probability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