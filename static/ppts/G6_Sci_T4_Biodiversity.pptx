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Biodiversity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 Science · Ecology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 · mrzocchi.com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Biodiversity?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variety of different species in an ecosystem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biodiversity = healthy, stable ecosystem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biodiversity = fragile, vulnerable ecosystem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Rainforests and coral reefs have the highest biodiversity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biodiversity for food, medicine, clean air, and water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690"/>
                </a:solidFill>
              </a:rPr>
              <a:t>mrzocchi.com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Threats &amp; Protection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threats: habitat destruction, climate change, pollution, invasive species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Extinction is permanent — once a species is gone, it's gone forever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areas: national parks, marine reserves, wildlife corridors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Captive breeding programmes help endangered species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banks preserve plant genetic diversity for the future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690"/>
                </a:solidFill>
              </a:rPr>
              <a:t>mrzocchi.com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Biodiversity = variety of species in an ecosystem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biodiversity = stable ecosystem; low = fragile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threats: habitat loss, climate change, pollution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Protection: nature reserves, breeding programmes, sustainable practices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60"/>
                </a:solidFill>
              </a:rPr>
              <a:t>mrzocchi.com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Biodiversity</dc:title>
  <dc:subject>PptxGenJS Presentation</dc:subject>
  <dc:creator>Mr Zocchi</dc:creator>
  <cp:lastModifiedBy>Mr Zocchi</cp:lastModifiedBy>
  <cp:revision>1</cp:revision>
  <dcterms:created xsi:type="dcterms:W3CDTF">2026-03-23T03:58:41Z</dcterms:created>
  <dcterms:modified xsi:type="dcterms:W3CDTF">2026-03-23T03:58:41Z</dcterms:modified>
</cp:coreProperties>
</file>