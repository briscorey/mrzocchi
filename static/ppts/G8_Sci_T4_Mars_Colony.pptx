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Designing a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Mars Colony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Habitat, food, energy, water — building a self-sustaining home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E9C46A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have 100 people, unlimited budget, and 10 cargo missions. What do you send to Mars first?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Mars colony must be completely self-sustaining. No Amazon deliveries.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absolute essentials for survival?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produce food with no soil and 38% gravity?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energy source works best on Mars?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Habitat Design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pressurised (Mars surface pressure would kill you in seconds).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shield radiation (regolith/soil piled on top, or underground).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maintain temperature (+20°C inside vs -60°C outside).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design: sleeping, lab, greenhouse, gym, medical bay.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 with Mars regolith — China and ESA are testing this.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&amp; Water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Hydroponics: grow plants without soil, using nutrient water.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crops: lettuce, potatoes, soybeans, wheat, spirulina (algae).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Water: extract from underground ice, recycle ALL wastewater.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Protein: insect farming (crickets) — efficient, high protein, small footprint.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China's Lunar Palace 1 experiment: 4 volunteers lived 370 days in a sealed ecosystem.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Chinese experiment proved bioregenerative life support works.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on Mars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panels: work but weaker (Mars gets 43% of Earth's sunlight).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Dust storms can block sunlight for weeks — need backup.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Nuclear: small modular reactors provide constant power regardless of weather.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NASA's Kilopower reactor: designed specifically for Mars.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Combination: solar + nuclear = redundancy (same principle as NIS having backup generators).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 a Mars Colony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Kurzgesagt  •  10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China's Lunar Palace Experiment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CGTN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Food on Mars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Lab  •  8 min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a Mars Colony</dc:title>
  <dc:subject>PptxGenJS Presentation</dc:subject>
  <dc:creator>Mr Zocchi</dc:creator>
  <cp:lastModifiedBy>Mr Zocchi</cp:lastModifiedBy>
  <cp:revision>1</cp:revision>
  <dcterms:created xsi:type="dcterms:W3CDTF">2026-03-24T02:01:17Z</dcterms:created>
  <dcterms:modified xsi:type="dcterms:W3CDTF">2026-03-24T02:01:17Z</dcterms:modified>
</cp:coreProperties>
</file>