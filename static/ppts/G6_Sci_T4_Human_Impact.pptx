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Impact on Ecosystems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Ecology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Humans Affect Ecosystems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DEFORESTATION: cutting forests destroys habitats and releases CO₂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POLLUTION: air, water, and land pollution harm organisms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OVERFISHING: removing too many fish disrupts food webs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CHANGE: rising temperatures shift habitats and seasons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URBANISATION: building cities replaces natural habitats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Problems &amp; Solutions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40480" cy="3474720"/>
          </a:xfrm>
          <a:prstGeom prst="rect">
            <a:avLst/>
          </a:prstGeom>
          <a:solidFill>
            <a:srgbClr val="F3F1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344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Habitat loss from deforestation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 pollution (plastics, oil)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pollution from burning fossil fuels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Biodiversity loss — species going extinct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3840480" cy="3474720"/>
          </a:xfrm>
          <a:prstGeom prst="rect">
            <a:avLst/>
          </a:prstGeom>
          <a:solidFill>
            <a:srgbClr val="F3F1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2344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Can Do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73736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Reduce, reuse, recycle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natural habitats (nature reserves)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renewable energy sources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farming and fishing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trees to absorb CO₂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impact ecosystems through deforestation, pollution, and climate change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biodiversity weakens entire ecosystems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Solutions: conservation, renewable energy, reducing waste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actions (recycling, reducing waste) make a difference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 Impact on Ecosystems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