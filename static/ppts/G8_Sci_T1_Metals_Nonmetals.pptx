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Metals vs Non-Metals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Chemistry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physical properties of metals and non-metals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where metals and non-metals are found on the periodic table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exceptions and metalloids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on the Periodic Table?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on the LEFT and CENTRE (most elements are metals)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Non-metals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on the RIGHT side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Metalloids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boundary — have properties of both (e.g., Silicon)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Non-metal despite being on the left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Mercury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metal that is liquid at room temperature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Metals vs Non-Metals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Metals (left side)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Shiny (lustrous) appearance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Good conductors of heat and electricity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High melting and boiling points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Malleable (can be hammered into shape)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Ductile (can be drawn into wires)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Usually solid at room temperature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Non-Metals (right side)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Dull appearance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Poor conductors (insulators)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Low melting and boiling points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Brittle (break when hammered)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Cannot be drawn into wires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0" y="5074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Can be solid, liquid, or gas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 金属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Shiny, conducts heat/electricity, malleable, ductile.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Non-metal  非金属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Dull, insulator, brittle, varied states.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Metalloid  准金属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of both metals and non-metals (e.g., Silicon).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Malleable  可锻的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hammered or bent into shapes.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Ductile  可延展的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drawn into thin wires.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Conductor  导体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heat or electricity to pass through easily.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Name three properties of metals.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Shiny, good conductor, malleable, ductile, high melting point (any three).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Where are non-metals found on the periodic table?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On the right side of the periodic table.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is a metalloid?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 element with properties of both metals and non-metals (e.g., Silicon).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Why are metals good conductors?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They have free/delocalised electrons that carry charge and heat.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Metals: shiny, conduct, malleable, ductile (left side of table)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Non-metals: dull, insulate, brittle (right side)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Metalloids have mixed properties (boundary between metals/non-metals)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elements are metals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Exceptions: hydrogen (non-metal on left), mercury (liquid metal)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Metals vs Non-Metals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