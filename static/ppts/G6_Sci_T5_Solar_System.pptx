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Solar System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Space Science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Solar System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is a star at the centre — everything orbits around 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planets: Mercury, Venus, Earth, Mars, Jupiter, Saturn, Uranus, Neptune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planets (rocky): Mercury, Venus, Earth, Mars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planets (gas giants): Jupiter, Saturn, Uranus, Neptune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includes: dwarf planets, asteroids, comets, moons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Inner vs Outer Planets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Inner (Rocky)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dense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 rock and metal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or no moons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rings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the Sun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Outer (Gas Giants)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 gas and ice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moons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rings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from the Sun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planets orbit the Sun (inner rocky, outer gas)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Order: My Very Excited Mother Just Served Us Nachos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planets orbit in the same direction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from Sun determines temperature and orbit time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Solar System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