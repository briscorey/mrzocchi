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C83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7 SCIENCE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Types of Forces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Pushes, pulls, and how we measure them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4206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Zocchi · NIS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200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a Force?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force is a push or pull that acts on an object.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 can change an object's speed, direction, or shape.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 are measured in Newtons (N).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 have both size (magnitude) and direction.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Contact vs Non-Contact Forces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097280"/>
            <a:ext cx="374904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2344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Contact Forces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1691640"/>
            <a:ext cx="33832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physical contact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Friction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resistance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Tension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(support) force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374904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2344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Non-Contact Forces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37760" y="1691640"/>
            <a:ext cx="33832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at a distance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Gravity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Magnetism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Electrostatic force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touching needed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200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Weight vs Mass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= amount of matter in an object (kg). Does not change.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= force of gravity on an object (N). Changes with location.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 Weight = mass × g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Earth: g = 10 N/kg, so a 7 kg object weighs 70 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4206240"/>
            <a:ext cx="7863840" cy="640080"/>
          </a:xfrm>
          <a:prstGeom prst="roundRect">
            <a:avLst>
              <a:gd name="adj" fmla="val 11429"/>
            </a:avLst>
          </a:prstGeom>
          <a:solidFill>
            <a:srgbClr val="E8F5F3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425196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mass on the Moon is the same. Your weight is 6× less!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Terms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051560"/>
          <a:ext cx="786384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5303520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37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372D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D3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push or pull, measured in Newtons (N)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Contact force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D3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Requires physical contact (e.g. friction)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Non-contact force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D3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Acts at a distance (e.g. gravity)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D3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Force of gravity; W = m × 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D3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Amount of matter; measured in kg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 &amp; Practise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83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learnlattice.org/students/exam-revision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Types of Forces</dc:title>
  <dc:subject>PptxGenJS Presentation</dc:subject>
  <dc:creator>Mr Zocchi</dc:creator>
  <cp:lastModifiedBy>Mr Zocchi</cp:lastModifiedBy>
  <cp:revision>1</cp:revision>
  <dcterms:created xsi:type="dcterms:W3CDTF">2026-03-21T12:00:06Z</dcterms:created>
  <dcterms:modified xsi:type="dcterms:W3CDTF">2026-03-21T12:00:06Z</dcterms:modified>
</cp:coreProperties>
</file>