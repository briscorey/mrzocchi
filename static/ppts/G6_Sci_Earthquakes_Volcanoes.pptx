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Earthquakes &amp;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Volcanoes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Earth shakes and erupts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2A9D8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2011, an earthquake in Japan triggered a tsunami that reached Korea. How can one event affect a whole region?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Tōhoku earthquake (M 9.1) released energy equivalent to 600 million Hiroshima bombs.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an earthquake in one country affect another far away?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 some places have more earthquakes than others?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Nanjing ever experienced an earthquake?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Causes Earthquakes?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Plates are always moving, but friction locks them together.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builds up over time at plate boundaries.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stress is too great, plates suddenly slip — an earthquake.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= underground start point. Epicentre = point above on surface.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Tan-Lu Fault passes near Nanjing — the city has experienced earthquakes throughout history.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7863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577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underground where an earthquake starts.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Epicentre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on surface directly above the focus.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Seismometer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 measuring earthquake vibrations.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Richter Scale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Measures earthquake magnitude.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Magma / Lava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Melted rock below (magma) or above (lava) surface.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Volcano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 Volcano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 slopes, wide base.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Runny lava, less explosive.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Mauna Loa, Hawaii.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Volcano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slopes, cone shape.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 lava, very explosive.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Mt. Fuji (Japan), Mt. Hallasan (Korea).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Ring of Fire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Horseshoe-shaped zone around the Pacific Ocean.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75% of the world's active volcanoes.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90% of all earthquakes happen here.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affected: Japan, South Korea, Philippines, Indonesia, New Zealand.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China's east coast is influenced by this zone.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Jeju Island (제주도) was formed by volcanic activity — Mt. Hallasan is a shield volcano.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with Earthquakes: Regional Approaches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Japan: earthquake-resistant buildings, tsunami warnings, school drills.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Korea: strict building codes since 2016 Gyeongju earthquake.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China: rapid-response systems after 2008 Sichuan earthquake.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Germany: very few earthquakes — sits in the middle of the Eurasian plate.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Nanjing's Zifeng Tower (紫峰大厦) was designed with earthquake resistance.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Ring of Fire by Numbers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World's Volcanoes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Ring of Fire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5280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5280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35280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Volcanoes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3568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Along the 40,000 km belt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6552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6552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90%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06552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Earthquakes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4840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 in this zone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84124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Earthquakes Work?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TED-Ed  •  5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212848"/>
            <a:ext cx="8229600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212848"/>
            <a:ext cx="64008" cy="84124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304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2860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Volcanoes — Formation, Eruption, Types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670048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FuseSchool  •  5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191256"/>
            <a:ext cx="8229600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91256"/>
            <a:ext cx="64008" cy="84124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2826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264408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 of Fire Explained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3648456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Geographic  •  3 min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169664"/>
            <a:ext cx="8229600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4169664"/>
            <a:ext cx="64008" cy="84124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188720" y="4242816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Earthquake 2011 — How It Happened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88720" y="4626864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BBC  •  4 min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Earthquakes &amp; Volcanoes</dc:title>
  <dc:subject>PptxGenJS Presentation</dc:subject>
  <dc:creator>Mr Zocchi</dc:creator>
  <cp:lastModifiedBy>Mr Zocchi</cp:lastModifiedBy>
  <cp:revision>1</cp:revision>
  <dcterms:created xsi:type="dcterms:W3CDTF">2026-03-23T05:29:31Z</dcterms:created>
  <dcterms:modified xsi:type="dcterms:W3CDTF">2026-03-23T05:29:31Z</dcterms:modified>
</cp:coreProperties>
</file>