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Numbers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below zero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less than zero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greater than zero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number (positive, negative, or zero)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showing numbers in order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zero (always positive)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positive nor negative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Negative Numbers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 are LESS THAN zero — they go to the LEFT on a number 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examples: temperature below 0°C, floors underground, bank debt.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further left on the number line, the SMALLER the number.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is SMALLER than −2 (even though 5 is bigger than 2 as a positive number).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&lt; −3 &lt; 0 &lt; 4 &lt; 7 (ordering on a number line).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thermometer: −10°C is colder (smaller) than −3°C.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&amp; Subtracting Negatives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 Positive = Positive: 3 + 5 = 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+ Negative = more negative: −3 + (−5) = −8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find the difference: 7 + (−3) =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move RIGHT for + and LEFT for 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negative = ADDING: 5 − (−3) = 5 + 3 = 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minuses make a plus!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positive: move LEFT: 2 − 7 = −5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number line to help visualise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Multiplying &amp; Dividing with Negatives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× Positive = Positive: 3 × 4 = 12.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× Negative = Positive: (−3) × (−4) = 12.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× Negative = Negative: 3 × (−4) = −12.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× Positive = Negative: (−3) × 4 = −12.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→ Positive answer. DIFFERENT signs → Negative answer.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 works the same way for division.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= positive. Different signs = negative. Works for × and ÷.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place negative numbers on a number 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compare and order negative numbers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and subtract with negative numbers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rules for multiplying and dividing negatives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solve real-life problems involving negative numbers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= positive result. Different signs = negative result.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Negative Numbers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