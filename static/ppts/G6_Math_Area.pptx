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space a flat shape covers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Forbidden City in Beijing covers 720,000 m². How many NIS football fields is that?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tells us how much flat space something covers.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calculate the space inside a classroom?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unit would you use — cm, m, or km?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area use 'squared' units?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Area?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the amount of space inside a 2D shape.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square units: cm², m², km².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unit squares fit inside the shape?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always FLAT (2D, not 3D).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m² = a square 1 m × 1 m — about the size of a desk.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Formulas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side²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sides equal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Rectangle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l × 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pairs of equal sides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½ × b ×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of a rectangle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Parallelogram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b ×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 is perpendicular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π ×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radius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Height vs. Slant Side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use the slant side instead of height.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MUST be perpendicular (90°) to base.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right-angle marker.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goes STRAIGHT UP from base.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forms a right angle (90°).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dotted line if height is outside.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Area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pool surface: 25 m × 16 m = 400 m².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Gyeongbokgung Palace (경복궁) grounds: 410,000 m².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German football pitch: ~7,140 m².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paint for the Zifeng Tower exterior?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Rectangles and Triangles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10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Simple Shapes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— Why Does It Use Squared Units?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Area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