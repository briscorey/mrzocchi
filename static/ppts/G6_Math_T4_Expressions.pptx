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Algebraic Expressions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4 · Algebra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914400"/>
            <a:ext cx="91440" cy="3200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0972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Algebra?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uses letters to represent unknown or variable numbers. Instead of writing 'a number plus 5', we write n + 5. This allows us to describe patterns, write rules, and solve problems. The letter is called a variable because its value can vary.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Translating Words to Algebra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number plus 3' → n + 3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'5 less than a number' → n − 5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'Double a number' → 2n (means 2 × 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number divided by 4' → n/4 or n ÷ 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 more than twice a number' → 2n + 3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algebra, we write 2n not 2 × n (no × sign)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3716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write the × sign: 3 × x = 3x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goes BEFORE the letter: 3x not x3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is just written as x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× x = x² (x squared)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the same letter if it represents the same unknown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Simplifying Expressions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terms have the SAME letter: 3x and 5x are like terms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+ 5x = 8x (add the coefficients)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 + 2b + a = 5a + 2b (combine like terms)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+ 2y − x + 4y = 2x + 6y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simplify 3x + 2y further (different letters)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= the number in front of the letter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uses letters for unknown numbers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words: 'double n plus 3' → 2n + 3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× sign: write 3x not 3 × x. Number before letter.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terms: same letter. Combine by adding/subtracting coefficients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combine different letters: 3x + 2y stays as 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Algebraic Expressions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