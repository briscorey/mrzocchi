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Seasons &amp; Axial Tilt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have summer and winter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Axial tilt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axis is tilted at 23.5°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Hemisphere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the Earth (North or South)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 or shortest day of the year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and night are equal length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the year with typical weather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Latitude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north or south of the equator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 We Have Seasons?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axis is TILTED at 23.5° — it does NOT spin straight up and down.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Earth orbits the Sun, different hemispheres tilt TOWARDS the Sun.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hemisphere tilts towards the Sun → summer (more direct light, longer days).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hemisphere tilts away from the Sun → winter (less direct light, shorter days).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are NOT caused by distance from the Sun — Earth's orbit is nearly circular.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misconception: students think summer is when Earth is closest to the Sun. It isn't!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Northern vs Southern Hemisphere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It's Summer in the North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hemisphere tilts towards Sun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days, shorter nights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is higher in the sky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direct sunlight = warmer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Same Time in the South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Southern hemisphere tilts away from Sun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WINTER in the South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days, longer nights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is lower in the sky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direct sunlight = cooler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Tilt Affects Sunlight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sunlight hits at a high angle (direct), it is concentrated → warmer.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sunlight hits at a low angle (spread out), it covers more area → cooler.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summer, the Sun is HIGH in the sky → direct, concentrated rays.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winter, the Sun is LOW in the sky → angled, spread out rays.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equator, sunlight is direct all year → no real seasons.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Earth's axis is tilted at 23.5°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why axial tilt causes seasons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seasons are opposite in each hemisphere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the difference between solstice and equinox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why the equator has no real seasons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happen because of Earth's TILT, not its distance from the Sun.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Seasons &amp; Axial Tilt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