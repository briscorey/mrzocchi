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Red Planet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Mars? What makes it our best candidate for colonisation?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9C46A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China's Zhurong rover has been exploring Mars since 2021. It found evidence of ancient water. What does that mean for colonisation?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is the most Earth-like planet in our solar system — but it's still incredibly hostile.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Mars have in common with Earth?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biggest differences?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colonise the Moon instead?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Mars vs Earth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is 228 million km from the Sun (Earth: 150 million km).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length: 24 hours 37 minutes (very similar to Earth).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Gravity: 38% of Earth (you'd weigh 38% of your Earth weight).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average -60°C (Nanjing averages 16°C).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Atmosphere: 95% CO2, &lt;1% oxygen (Earth: 78% N2, 21% O2).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Mars by Numbers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438400" cy="292608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243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-60°C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Temp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07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Colder than Antarctica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2800" y="1280160"/>
            <a:ext cx="2438400" cy="292608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52800" y="1463040"/>
            <a:ext cx="243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52800" y="27432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35680" y="3291840"/>
            <a:ext cx="207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60kg person weighs 23kg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65520" y="1280160"/>
            <a:ext cx="2438400" cy="2926080"/>
          </a:xfrm>
          <a:prstGeom prst="rect">
            <a:avLst/>
          </a:prstGeom>
          <a:solidFill>
            <a:srgbClr val="24366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65520" y="1463040"/>
            <a:ext cx="243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687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065520" y="2743200"/>
            <a:ext cx="243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Days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48400" y="3291840"/>
            <a:ext cx="207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Mars year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of Water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once had rivers, lakes, and possibly oceans (3.5 billion years ago).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ice caps contain frozen water and CO2.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Zhurong rover found hydrated minerals — proof of past water.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Underground water ice detected by ESA's Mars Express.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essential for life AND for rocket fuel (split into H2 + O2).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there was water, there may have been life.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101 — Everything You Need to Know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Geographic  •  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China's Mars Rover Zhurong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News  •  4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Mars? The Case for Colonisation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Kurzgesagt  •  10 min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Mars — The Red Planet</dc:title>
  <dc:subject>PptxGenJS Presentation</dc:subject>
  <dc:creator>Mr Zocchi</dc:creator>
  <cp:lastModifiedBy>Mr Zocchi</cp:lastModifiedBy>
  <cp:revision>1</cp:revision>
  <dcterms:created xsi:type="dcterms:W3CDTF">2026-03-24T02:01:17Z</dcterms:created>
  <dcterms:modified xsi:type="dcterms:W3CDTF">2026-03-24T02:01:17Z</dcterms:modified>
</cp:coreProperties>
</file>