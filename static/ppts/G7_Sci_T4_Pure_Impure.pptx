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&amp; Impure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Substances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'pure' really mean in science?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C8372D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bottle of 'pure' mineral water from Nanjing contains dissolved minerals. Is it REALLY pure in the scientific sense?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science, 'pure' has a very specific meaning — different from everyday language.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'pure' mean in everyday life vs. science?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tap water pure? Orange juice? Gold?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you TEST if something is pure?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vs. Impure — The Scientific Definition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substance: contains only ONE type of element or compound.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water = only H2O molecules. Nothing else.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 substance: a mixture of two or more substances.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'Pure' mineral water is actually IMPURE in science — it contains dissolved minerals!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'Pure' orange juice is impure — it's a mixture of water, sugars, acids, vitamins.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Reinheitsgebot (1516): beer must be 'pure' — only water, barley, hops. But scientifically, beer is still a mixture.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Purity: Melting &amp; Boiling Points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Substances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 at a SHARP, exact temperature.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at a SHARP, exact temperature.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water: melts at 0°C, boils at 100°C.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melts/boils at the exact known value, it's pure.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 Substances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 over a RANGE of temperatures.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over a RANGE of temperatures.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water boils ABOVE 100°C.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Impurities lower the melting point and raise the boiling point.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Separation Technique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Insoluble solid in liquid → FILTRATION (mud from water).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solid in liquid → EVAPORATION (salt from seawater).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from a solution → DISTILLATION (pure water from salt water).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substances in a mixture → CHROMATOGRAPHY (ink analysis).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technique works because of different PHYSICAL PROPERTIES.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a Technique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 + water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Particle size (sand is insoluble)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+ water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Evaporation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Boiling point (water evaporates, salt stays)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water → pure water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Boiling point (collect the steam)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Ink colours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Chromatography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Solubility (different colours travel differently)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 + water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Fractional distillation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boiling points (78°C vs 100°C)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and Impure Substances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FuseSchool  •  4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 and Boiling Points of Purity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Separation Techniques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5 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Pure &amp; Impure Substances</dc:title>
  <dc:subject>PptxGenJS Presentation</dc:subject>
  <dc:creator>Mr Zocchi</dc:creator>
  <cp:lastModifiedBy>Mr Zocchi</cp:lastModifiedBy>
  <cp:revision>1</cp:revision>
  <dcterms:created xsi:type="dcterms:W3CDTF">2026-03-23T08:12:51Z</dcterms:created>
  <dcterms:modified xsi:type="dcterms:W3CDTF">2026-03-23T08:12:51Z</dcterms:modified>
</cp:coreProperties>
</file>