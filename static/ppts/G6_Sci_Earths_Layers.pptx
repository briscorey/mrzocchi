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Earth's Layers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beneath our feet?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could dig straight down from Nanjing, what would you find?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hole ever drilled (Kola Superdeep, Russia) reached only 12.3 km — not even past the crust.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think is under the ground right now?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hot do you think it gets 100 km down?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scientists know what's inside if nobody has been there?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Is Not a Solid Ball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is made of four main layers, each with different properties.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you go, the hotter — up to 6,000°C at the core.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has a different state (solid, liquid, or semi-solid).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study these layers using seismic waves from earthquakes.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Earth like a hard-boiled egg — shell, white, yolk.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Thin, solid outer layer (5–70 km).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Thick, semi-solid layer. Convection currents move here.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iron and nickel. Creates Earth's magnetic field.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iron and nickel. Hottest part (~6,000°C).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Comparing Earth's Layers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5–70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500°C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Semi-solid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~2,900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500–4,000°C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~2,200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4,000–5,000°C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~1,200 km radius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~6,000°C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Types of Crust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Continental Crust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Thicker (30–70 km)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dense (lighter)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 granite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sits on the Yangtze Craton — some of China's oldest crust.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Oceanic Crust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Thinner (5–10 km)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dense (heavier)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 basalt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Ocean floor — thinner but constantly recycled.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by Numbers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6,371 km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to surface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5280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5280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6,000°C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5280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Temp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3568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hot as the Sun's surface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6552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6552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06552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4840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Earth by volume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We Know?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drill to the core — deepest hole is only 12.3 km.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Seismic waves travel differently through each layer.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P-waves go through solids AND liquids. S-waves only through solids.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seismological network is one of the world's largest.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2008 Sichuan earthquake (M 8.0) provided huge data about Earth's interior.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Layers of the Earth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MooMooMath and Science  •  3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Interior — Crust, Mantle, Core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of the Earth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AumSum Time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Earth's Layers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