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2A9D8F">
              <a:alpha val="12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914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68580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 Fractions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Simplifying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fractions that show the same amount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297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Equivalent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37744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in value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937760" y="1051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0515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to lowest terms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3152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Common factor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7744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factor shared by numerator and denominator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54880" y="1819656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1819656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81965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HCF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1819656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common factor — for fastest simplifying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Cancel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37744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top and bottom by the same number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754880" y="2587752"/>
            <a:ext cx="365760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54880" y="2587752"/>
            <a:ext cx="54864" cy="658368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258775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Lowest terms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00800" y="2587752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be simplified further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Making Equivalent Fractions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BOTH numerator and denominator by the SAME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½ = 2/4 = 3/6 = 4/8 = 5/10 — all equivalent!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because multiplying by 2/2 or 3/3 is the same as multiplying by 1.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also make equivalent fractions by DIVIDING both parts by the same number.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called SIMPLIFYING or CANCELLING.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7680960" cy="64008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42519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do to the top, you MUST do to the bottom.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Simplifying Fractions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05156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COMMON FACTOR of the numerator and denominator.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BOTH by that common factor.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no common factors remain → you have the SIMPLEST FORM.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Shortcut: divide by the HCF in one step.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12/18 → HCF = 6 → 12÷6 / 18÷6 = 2/3.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Fractions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5156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Denominator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compare numerators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3/8 &lt; 5/8 (because 3 &lt; 5)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and quick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51560"/>
            <a:ext cx="3840480" cy="54864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12" name="Text 10"/>
          <p:cNvSpPr/>
          <p:nvPr/>
        </p:nvSpPr>
        <p:spPr>
          <a:xfrm>
            <a:off x="4983480" y="1188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Denominators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83480" y="1691640"/>
            <a:ext cx="338328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COMMON denominator first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both fractions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compare numerators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⅓ vs ¼ → 4/12 vs 3/12 → ⅓ is bigger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04672"/>
            <a:ext cx="9144000" cy="27432"/>
          </a:xfrm>
          <a:prstGeom prst="rect">
            <a:avLst/>
          </a:prstGeom>
          <a:solidFill>
            <a:srgbClr val="E5E2DC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201168"/>
            <a:ext cx="54864" cy="4206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371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5156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05156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create equivalent fractions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55448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34440" y="155448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simplify fractions to lowest terms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05740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34440" y="205740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HCF to simplify in one step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438912"/>
          </a:xfrm>
          <a:prstGeom prst="rect">
            <a:avLst/>
          </a:prstGeom>
          <a:solidFill>
            <a:srgbClr val="F8F6F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56032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56032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compare fractions with different denominators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768096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063240"/>
            <a:ext cx="320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</a:rPr>
              <a:t>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34440" y="3063240"/>
            <a:ext cx="69494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know that equivalent fractions represent the same value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7680960" cy="59436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490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Idea: </a:t>
            </a:r>
            <a:pPr indent="0" marL="0">
              <a:buNone/>
            </a:pPr>
            <a:r>
              <a:rPr lang="en-US" sz="12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 — markers expect fractions in lowest terms.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2A9D8F">
              <a:alpha val="1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Self-Quiz, Review Games, and Practice Builder to test yourself.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Equivalent Fractions &amp; Simplifying</dc:title>
  <dc:subject>PptxGenJS Presentation</dc:subject>
  <dc:creator>Mr Zocchi</dc:creator>
  <cp:lastModifiedBy>Mr Zocchi</cp:lastModifiedBy>
  <cp:revision>1</cp:revision>
  <dcterms:created xsi:type="dcterms:W3CDTF">2026-03-24T11:21:05Z</dcterms:created>
  <dcterms:modified xsi:type="dcterms:W3CDTF">2026-03-24T11:21:05Z</dcterms:modified>
</cp:coreProperties>
</file>