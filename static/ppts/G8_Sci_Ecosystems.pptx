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777740"/>
            <a:ext cx="9144000" cy="3657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09728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8 SCIENCE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31520" y="164592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Is an Ecosystem?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Living and non-living things interacting together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31520" y="420624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Zocchi · NIS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5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32004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Defining an Ecosystem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40080" y="1188720"/>
            <a:ext cx="786384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ecosystem = community of living organisms + their non-living environment.</a:t>
            </a:r>
            <a:endParaRPr lang="en-US" sz="1500" dirty="0"/>
          </a:p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includes both biotic (living) and abiotic (non-living) factors.</a:t>
            </a:r>
            <a:endParaRPr lang="en-US" sz="1500" dirty="0"/>
          </a:p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Ecosystems can be large (ocean) or small (puddle).</a:t>
            </a:r>
            <a:endParaRPr lang="en-US" sz="1500" dirty="0"/>
          </a:p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parts of an ecosystem are interconnected.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5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32004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Biotic vs Abiotic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640080" y="1097280"/>
            <a:ext cx="3749040" cy="3474720"/>
          </a:xfrm>
          <a:prstGeom prst="roundRect">
            <a:avLst>
              <a:gd name="adj" fmla="val 26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2960" y="1234440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Biotic (Living)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22960" y="1691640"/>
            <a:ext cx="338328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Plants</a:t>
            </a:r>
            <a:endParaRPr lang="en-US" sz="1300" dirty="0"/>
          </a:p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Animals</a:t>
            </a:r>
            <a:endParaRPr lang="en-US" sz="1300" dirty="0"/>
          </a:p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Fungi</a:t>
            </a:r>
            <a:endParaRPr lang="en-US" sz="1300" dirty="0"/>
          </a:p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Bacteria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754880" y="1097280"/>
            <a:ext cx="3749040" cy="3474720"/>
          </a:xfrm>
          <a:prstGeom prst="roundRect">
            <a:avLst>
              <a:gd name="adj" fmla="val 26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937760" y="1234440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Abiotic (Non-Living)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937760" y="1691640"/>
            <a:ext cx="338328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Water</a:t>
            </a:r>
            <a:endParaRPr lang="en-US" sz="1300" dirty="0"/>
          </a:p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Sunlight</a:t>
            </a:r>
            <a:endParaRPr lang="en-US" sz="1300" dirty="0"/>
          </a:p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Temperature</a:t>
            </a:r>
            <a:endParaRPr lang="en-US" sz="1300" dirty="0"/>
          </a:p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Soil / minerals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5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32004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Terms</a:t>
            </a:r>
            <a:endParaRPr lang="en-US" sz="26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051560"/>
          <a:ext cx="786384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5303520"/>
              </a:tblGrid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Definition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Ecosystem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Community of organisms + their environment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Biotic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Living components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Abiotic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Non-living components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Habitat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place where an organism lives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Niche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role an organism plays in its ecosystem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777740"/>
            <a:ext cx="9144000" cy="3657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Review &amp; Practise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731520" y="246888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learnlattice.org/students/exam-revision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31520" y="320040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Ecosystems</dc:title>
  <dc:subject>PptxGenJS Presentation</dc:subject>
  <dc:creator>Mr Zocchi</dc:creator>
  <cp:lastModifiedBy>Mr Zocchi</cp:lastModifiedBy>
  <cp:revision>1</cp:revision>
  <dcterms:created xsi:type="dcterms:W3CDTF">2026-03-21T12:00:06Z</dcterms:created>
  <dcterms:modified xsi:type="dcterms:W3CDTF">2026-03-21T12:00:06Z</dcterms:modified>
</cp:coreProperties>
</file>