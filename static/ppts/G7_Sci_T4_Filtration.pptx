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solids from liquids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C8372D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Nanjing's tap water comes from the Yangtze River, which is brown and muddy. How does the water treatment plant turn it clear?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 is one of the oldest and most important separation techniques.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being separated — a solid or a dissolved substance?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coffee filter work for muddy water?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filtration remove dissolved salt from seawater? Why or why not?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Filtration 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paper has tiny holes — liquid passes through, solid particles are trapped.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liquid that passes through = FILTRATE.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solid left behind = RESIDUE.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works for INSOLUBLE solids (sand, mud, chalk).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separate dissolved substances (salt, sugar) — they pass through!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traditional medicine uses cloth filtration to make herbal extracts.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Filtration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filter: traps grounds, liquid passes through.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strainer: catches tea leaves.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cleaner: HEPA filter traps dust.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masks: filter airborne particles.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Nanjing water treatment: sand beds filter river water.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beer: Reinheitsgebot (purity law) requires careful filtration.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dialysis: blood is filtered like a biological filter.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 pool filters: remove debris continuously.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of Filtration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separate dissolved substances (a solution looks clear).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separate salt from salt water, you need EVAPORATION, not filtration.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when solid particles are large enough to be trapped.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filter layers (sand, gravel, charcoal) improve quality.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Nanjing water treatment uses 4+ filtration stages.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 — Separating Mixtures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FuseSchool  •  3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Water Treatment Works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Engineering  •  8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Techniques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•  5 min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Filtration</dc:title>
  <dc:subject>PptxGenJS Presentation</dc:subject>
  <dc:creator>Mr Zocchi</dc:creator>
  <cp:lastModifiedBy>Mr Zocchi</cp:lastModifiedBy>
  <cp:revision>1</cp:revision>
  <dcterms:created xsi:type="dcterms:W3CDTF">2026-03-23T08:12:51Z</dcterms:created>
  <dcterms:modified xsi:type="dcterms:W3CDTF">2026-03-23T08:12:51Z</dcterms:modified>
</cp:coreProperties>
</file>