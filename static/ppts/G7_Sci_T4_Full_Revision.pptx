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Separation — Full Revision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Chemistry — Separation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all separation techniques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correct method for each type of mixture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knowledge to exam-style problems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Choosing the Right Technique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method to the mixture type.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Insoluble solid + liquid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754880" y="19659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Filtration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743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Dissolved solid from solution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27432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Evaporation (solid only) or Distillation (both)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520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Dissolved coloured substances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35204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Chromatography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2976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Liquids with different boiling points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54880" y="42976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Fractional distillation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074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Magnetic vs non-magnetic solids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50749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Magnetic separation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 Review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Solute + Solvent = Solution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salt (solute) + water (solvent) = salt water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Filtrate + Residue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Filtrate passes through; residue stays behind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Value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of substance ÷ distance of solvent front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vs Impure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= sharp melting point; Impure = range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would you separate sand from water?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Filtration — sand is insoluble. Sand = residue, water = filtrate.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How would you get pure water from salt water?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Distillation — evaporate and condense the water.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Rf values: unknown = 0.65, substance X = 0.65, substance Y = 0.40.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unknown matches substance X (same Rf value).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A substance melts at exactly 78°C. Pure or impure?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Pure — it has a sharp melting point at an exact temperature.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Filtration: insoluble solid from liquid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Evaporation: dissolved solid (loses the liquid)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Distillation: collects both solid and liquid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Chromatography: separates and identifies dissolved substances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substances have exact melting/boiling points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📚 Separation — Full Revision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