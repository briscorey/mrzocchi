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Transfer in Ecosystems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10% rule and energy pyramids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Is Lost at Each Level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lost at each trophic level, mostly as heat through respiration.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about 10% of energy passes from one level to the next.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the 10% rule.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food chains rarely have more than 4–5 levels.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Pyramid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kJ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captured from sunlight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consumers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kJ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of producer 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consumers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kJ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of primary 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Tertiary consumers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of secondary 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10% Rule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262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262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lost as heat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61360" y="1371600"/>
            <a:ext cx="262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61360" y="2743200"/>
            <a:ext cx="262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to next level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82640" y="1371600"/>
            <a:ext cx="262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882640" y="2743200"/>
            <a:ext cx="262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trophic levels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Transfer</dc:title>
  <dc:subject>PptxGenJS Presentation</dc:subject>
  <dc:creator>Mr Zocchi</dc:creator>
  <cp:lastModifiedBy>Mr Zocchi</cp:lastModifiedBy>
  <cp:revision>1</cp:revision>
  <dcterms:created xsi:type="dcterms:W3CDTF">2026-03-21T12:00:06Z</dcterms:created>
  <dcterms:modified xsi:type="dcterms:W3CDTF">2026-03-21T12:00:06Z</dcterms:modified>
</cp:coreProperties>
</file>