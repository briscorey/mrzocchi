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Surface Area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area of all faces of a 3D shape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2A9D8F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much wrapping paper would you need to cover a mooncake box (月饼盒)?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area = the total area of ALL outside faces of a 3D shape.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faces does a rectangular box have?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all the faces the same size?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is this different from volume?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Surface Area?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area = total area of ALL faces of a 3D shape.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unfolding a box flat — that shape is a NET.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area of each face, then add them together.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Units: cm², m² (same as area — still measuring flat surfaces).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area answers: how much wrapping paper do I need?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Surface Area Formulas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621280"/>
                <a:gridCol w="2621280"/>
                <a:gridCol w="2621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 = 6 × side²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identical squares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Rectangular Prism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 = 2(lw + lh + wh)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pairs of rectangles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Triangular Prism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 = 2×tri + 3×rect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triangles + 3 rectangles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Step-by-Step Method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Identify the shape and count the faces.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Find the area of each DIFFERENT face.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Multiply by how many of each there are.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Add all the areas together.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5: Write answer with correct units (cm², m²).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Cube vs. Rectangular Prism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31920" cy="6400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faces are identical.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= 6s²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= 4 cm → SA = 6×16 = 96 cm²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Rectangular Prism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pairs of different rectangles.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= 2(lw + lh + wh)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5×3×2 → SA = 2(15+10+6) = 62 cm²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Area — Nets and 3D Shapes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Antics  •  9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Area of Cubes and Cuboids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Corbettmaths  •  5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Area of a Triangular Prism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 •  4 min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Surface Area</dc:title>
  <dc:subject>PptxGenJS Presentation</dc:subject>
  <dc:creator>Mr Zocchi</dc:creator>
  <cp:lastModifiedBy>Mr Zocchi</cp:lastModifiedBy>
  <cp:revision>1</cp:revision>
  <dcterms:created xsi:type="dcterms:W3CDTF">2026-03-23T05:29:31Z</dcterms:created>
  <dcterms:modified xsi:type="dcterms:W3CDTF">2026-03-23T05:29:31Z</dcterms:modified>
</cp:coreProperties>
</file>