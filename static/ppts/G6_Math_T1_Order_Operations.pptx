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65760"/>
            <a:ext cx="1097280" cy="365760"/>
          </a:xfrm>
          <a:prstGeom prst="roundRect">
            <a:avLst>
              <a:gd name="adj" fmla="val 25000"/>
            </a:avLst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Order of Operations (BIDMAS)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We're Learning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320040" cy="32004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887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11430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building fluency with whole numbers, negative numbers, and the order of operations — the foundation for all future mathematics.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320040" cy="32004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7830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17373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Concept: Form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320040" cy="32004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3774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233172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Context: Identities and Relationships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320040" cy="320040"/>
          </a:xfrm>
          <a:prstGeom prst="ellipse">
            <a:avLst/>
          </a:prstGeom>
          <a:solidFill>
            <a:srgbClr val="E5E2D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9718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292608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form in which we represent numbers determines how we understand and work with them."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Place Value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位值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value of a digit based on its position in a number. e.g. the 5 in 3,500 represents 500.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Integer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whole number — positive, negative, or zero. e.g. −3, 0, 7.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BIDMAS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运算顺序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Brackets, Indices, Division, Multiplication, Addition, Subtraction — the order of operations.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Index / Power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指数/幂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number written above and to the right showing how many times to multiply. e.g. 2³ = 2×2×2 = 8.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Estimate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估算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approximate answer found by rounding numbers before calculating.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Factor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因数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 that divides exactly into another number. e.g. factors of 12 are 1, 2, 3, 4, 6, 12.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is the value of the 4 in 45,209?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40,000 — the 4 is in the ten-thousands place.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Round 3,847 to the nearest hundred.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3,800 — the tens digit is 4 (less than 5), so round down.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Calculate: 6 + 2 × 5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— multiplication before addition: 2 × 5 = 10, then 6 + 10 = 16.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Calculate: (8 − 3)² + 1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— brackets first: 5, then index: 25, then add 1 = 26.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 on mrzocchi.com to test yourself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Order of Operations (BIDMAS)</dc:title>
  <dc:subject>PptxGenJS Presentation</dc:subject>
  <dc:creator>Mr Zocchi — mrzocchi.com</dc:creator>
  <cp:lastModifiedBy>Mr Zocchi — mrzocchi.com</cp:lastModifiedBy>
  <cp:revision>1</cp:revision>
  <dcterms:created xsi:type="dcterms:W3CDTF">2026-03-22T06:54:46Z</dcterms:created>
  <dcterms:modified xsi:type="dcterms:W3CDTF">2026-03-22T06:54:46Z</dcterms:modified>
</cp:coreProperties>
</file>