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</p:sldIdLst>
  <p:notesMasterIdLst>
    <p:notesMasterId r:id="rId6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notesMaster" Target="notesMasters/notesMaster1.xml"/><Relationship Id="rId7" Type="http://schemas.openxmlformats.org/officeDocument/2006/relationships/presProps" Target="presProps.xml"/><Relationship Id="rId8" Type="http://schemas.openxmlformats.org/officeDocument/2006/relationships/viewProps" Target="viewProps.xml"/><Relationship Id="rId9" Type="http://schemas.openxmlformats.org/officeDocument/2006/relationships/theme" Target="theme/theme1.xml"/><Relationship Id="rId1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280160"/>
            <a:ext cx="77724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Writing Algebraic Expressions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731520" y="2743200"/>
            <a:ext cx="7772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G6 Maths · Algebra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31520" y="4389120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Zocchi · mrzocchi.com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27432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is Algebra?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48640" y="1097280"/>
            <a:ext cx="804672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Using letters to represent unknown numbers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'n' could be any number — it's a variable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Expression: a combination of numbers, letters, and operations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3n means 3 × n (we don't write the ×)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 + 5 means 'a number plus 5'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Algebra lets us write general rules that work for ANY number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548640" y="48006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B9690"/>
                </a:solidFill>
              </a:rPr>
              <a:t>mrzocchi.com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27432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Writing Expressions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48640" y="1097280"/>
            <a:ext cx="804672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'A number plus 4' → n + 4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'Double a number' → 2n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'A number divided by 3' → n/3 or n ÷ 3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'5 less than a number' → n - 5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'A number squared plus 1' → n² + 1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Like terms: same letter and power (3n and 5n are like terms)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548640" y="48006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B9690"/>
                </a:solidFill>
              </a:rPr>
              <a:t>mrzocchi.com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457200"/>
            <a:ext cx="8046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Key Takeaways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768096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Algebra uses letters for unknown values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3n means 3 × n; n² means n × n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Translate words into algebraic expressions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Like terms have the same letter and power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548640" y="45720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660"/>
                </a:solidFill>
              </a:rPr>
              <a:t>mrzocchi.com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Slide 1</vt:lpstr>
      <vt:lpstr>Slide 2</vt:lpstr>
      <vt:lpstr>Slide 3</vt:lpstr>
      <vt:lpstr>Slide 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Writing Algebraic Expressions</dc:title>
  <dc:subject>PptxGenJS Presentation</dc:subject>
  <dc:creator>Mr Zocchi</dc:creator>
  <cp:lastModifiedBy>Mr Zocchi</cp:lastModifiedBy>
  <cp:revision>1</cp:revision>
  <dcterms:created xsi:type="dcterms:W3CDTF">2026-03-23T03:58:41Z</dcterms:created>
  <dcterms:modified xsi:type="dcterms:W3CDTF">2026-03-23T03:58:41Z</dcterms:modified>
</cp:coreProperties>
</file>