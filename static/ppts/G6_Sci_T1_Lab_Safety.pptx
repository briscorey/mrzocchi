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7A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Safety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safety rules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Lab safety rules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names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Equipment names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symbols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Hazard symbols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procedures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Emergency procedures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report structure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Lab report structure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Safety</dc:title>
  <dc:subject>PptxGenJS Presentation</dc:subject>
  <dc:creator>Mr Zocchi</dc:creator>
  <cp:lastModifiedBy>Mr Zocchi</cp:lastModifiedBy>
  <cp:revision>1</cp:revision>
  <dcterms:created xsi:type="dcterms:W3CDTF">2026-03-21T23:42:02Z</dcterms:created>
  <dcterms:modified xsi:type="dcterms:W3CDTF">2026-03-21T23:42:02Z</dcterms:modified>
</cp:coreProperties>
</file>