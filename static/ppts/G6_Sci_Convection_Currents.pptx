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Convection Currents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Earth Science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 Convection Current?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circular flow of material caused by heating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material rises (less dense), cool material sinks (more dense)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Happens in the mantle — drives tectonic plate movement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happens in water, air, and any fluid heated unevenly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Convection in the Mantle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Radioactive decay in the core heats the base of the mantle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rock near the core rises slowly upward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top, it cools and becomes denser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cool rock sinks back down — cycle repeats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circular motion drags the tectonic plates on top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= circular flow caused by uneven heating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rises, cool sinks — this drives plate movement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source: radioactive decay in Earth's core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happens in all fluids, not just rock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Convection Currents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