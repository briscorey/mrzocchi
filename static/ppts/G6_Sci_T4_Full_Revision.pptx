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Ecosystems, Food Webs, Adaptations, Human Impact &amp; Biodiversity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biotic + abiotic factors interacting.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→ Population → Community → Ecosystem → Biome → Biosphere.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Biotic: predators, prey, disease, competition.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Abiotic: temperature, light, water, soil, pH.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Xuanwu Lake, Korean DMZ, Black Forest — all ecosystems.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 &amp; Energy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Feeding &amp; Energy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 → Primary → Secondary → Tertiary consumer.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lost as heat, waste, movement.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show interconnected relationships.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Decomposers recycle nutrients back to the soil.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(physical), behavioural (actions), functional (internal processes).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panda: pseudo-thumb. Korean water deer: fangs. Alpine ibex: hooves.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 develop over many generations through natural selection.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Acclimatisation is SHORT-TERM. Adaptation is LONG-TERM.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 &amp; Biodiversity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Biodiversity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pollution, overfishing, climate change, urbanisation.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= variety of species. More = healthier ecosystem.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China: Yangtze ban, panda conservation, solar leadership.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Korea: DMZ biodiversity, Green New Deal. Germany: Energiewende.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 — everything in an ecosystem is connected.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Ecology — Full Revision</dc:title>
  <dc:subject>PptxGenJS Presentation</dc:subject>
  <dc:creator>Mr Zocchi</dc:creator>
  <cp:lastModifiedBy>Mr Zocchi</cp:lastModifiedBy>
  <cp:revision>1</cp:revision>
  <dcterms:created xsi:type="dcterms:W3CDTF">2026-03-23T08:12:50Z</dcterms:created>
  <dcterms:modified xsi:type="dcterms:W3CDTF">2026-03-23T08:12:50Z</dcterms:modified>
</cp:coreProperties>
</file>