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0"/>
          </a:xfrm>
          <a:prstGeom prst="roundRect">
            <a:avLst>
              <a:gd name="adj" fmla="val 25000"/>
            </a:avLst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Revision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Learning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1430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extending algebraic skills to include expanding brackets, solving multi-step equations and inequalities, finding nth term rules, and plotting linear graphs.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Logic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331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Context: Identities and Relationships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20040" cy="320040"/>
          </a:xfrm>
          <a:prstGeom prst="ellipse">
            <a:avLst/>
          </a:prstGeom>
          <a:solidFill>
            <a:srgbClr val="E5E2D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9260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"Logic allows us to generalise relationships, predict outcomes, and represent them graphically."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Expression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代数式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Numbers, variables, and operations combined. No equals sign. e.g. 3x + 5.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mathematical statement with an equals sign. e.g. 3x + 5 = 20.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展开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out brackets. e.g. 3(x + 4) = 3x + 12.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Factorise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因式分解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reverse of expanding — take out a common factor. e.g. 6x + 12 = 6(x + 2).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Inequality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不等式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&lt; &gt; ≤ ≥ instead of =. Shows a range of values. e.g. x &gt; 3.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Like Terms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同类项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 with the same variable and power. 5x and 3x are like terms. 5x and 5x² are not.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Expand: 4(2x + 3)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8x + 12 — multiply each term inside by 4.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Expand and simplify: 3(x + 5) + 2(x − 1)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+ 15 + 2x − 2 = 5x + 13.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Factorise: 10x + 15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5(2x + 3) — HCF of 10 and 15 is 5.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Solve: 5x − 3 = 2x + 12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= 15, so x = 5. (Collect x terms, then divide.)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Practising!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Self-Quiz on mrzocchi.com to test yourself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Revision</dc:title>
  <dc:subject>PptxGenJS Presentation</dc:subject>
  <dc:creator>Mr Zocchi — mrzocchi.com</dc:creator>
  <cp:lastModifiedBy>Mr Zocchi — mrzocchi.com</cp:lastModifiedBy>
  <cp:revision>1</cp:revision>
  <dcterms:created xsi:type="dcterms:W3CDTF">2026-03-22T06:54:47Z</dcterms:created>
  <dcterms:modified xsi:type="dcterms:W3CDTF">2026-03-22T06:54:47Z</dcterms:modified>
</cp:coreProperties>
</file>