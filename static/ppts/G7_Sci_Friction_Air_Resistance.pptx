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 &amp; Air Resistance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that oppose motion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Friction?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opposes motion when two surfaces rub together.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acts in the opposite direction to movement.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surfaces = more friction. Smooth surfaces = less.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converts kinetic energy into heat.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Friction: Friend or Foe?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Friction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(grip)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a car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with a pen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Unwanted Friction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parts wearing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wasted as heat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 down machines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by lubricants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 Velocity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skydiver jumps, gravity pulls them down.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speed increases, air resistance increases.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air resistance = weight → forces are balanced.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skydiver falls at a constant speed: terminal velocity.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parachute increases surface area → more drag → slower terminal velocity.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opposing motion between surfaces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from air; increases with speed &amp;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shape that reduces air 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velocity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weight = air resistance; constant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Friction &amp; Air Resistance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