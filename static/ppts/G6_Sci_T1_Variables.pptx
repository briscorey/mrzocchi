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what changes in an experiment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can change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variable YOU change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variable you MEASURE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you keep the SAME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test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variable changes at a time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you can trust (repeatable)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Types of Variables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4688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variable YOU choose to change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only ONE in a fair test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on the x-axis of a graph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amount of water given to a plant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51560"/>
            <a:ext cx="24688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variable you MEASURE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because of the IV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on the y-axis of a graph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height of the plant after 2 weeks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1051560"/>
            <a:ext cx="24688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051560"/>
            <a:ext cx="2468880" cy="54864"/>
          </a:xfrm>
          <a:prstGeom prst="rect">
            <a:avLst/>
          </a:prstGeom>
          <a:solidFill>
            <a:srgbClr val="9B9690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234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89320" y="1737360"/>
            <a:ext cx="219456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you keep the SAME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can be MANY of these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test fair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same soil, same sunlight, same pot size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How Does Temperature Affect Dissolving?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Does sugar dissolve faster in hot water?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variable (I change): Temperature of water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 (I measure): Time for sugar to dissolve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variables (I keep same): Amount of water, amount of sugar, stirring speed, type of sugar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FAIR TEST because only ONE variable changes.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change two things at once, you cannot know which one caused the result.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Test vs Unfair Test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Test 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variable changes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variables stay the same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valid and reliable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draw a trustworthy conclusion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Unfair Test ✗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variable changes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tell what caused the result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not valid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conclusion may be wrong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Spotting Variables in Real Experiments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question carefully — what is being investigated?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What is the scientist CHANGING? → That is the IV.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What is the scientist MEASURING? → That is the DV.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What is being KEPT THE SAME? → Those are the CVs.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this skill — it appears in every MYP science assessment.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trick: the independent variable often comes after the word 'affect' in the question.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Variables at a Glance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change ONE thing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8328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ONE thing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MANY things the same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define independent, dependent, and controlled variables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identify all three in an experiment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why a fair test only changes one variable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which variable goes on which axis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why controlled variables matter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are the building blocks of every scientific investigation.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Variables</dc:title>
  <dc:subject>PptxGenJS Presentation</dc:subject>
  <dc:creator>Mr Zocchi</dc:creator>
  <cp:lastModifiedBy>Mr Zocchi</cp:lastModifiedBy>
  <cp:revision>1</cp:revision>
  <dcterms:created xsi:type="dcterms:W3CDTF">2026-03-24T11:14:11Z</dcterms:created>
  <dcterms:modified xsi:type="dcterms:W3CDTF">2026-03-24T11:14:11Z</dcterms:modified>
</cp:coreProperties>
</file>