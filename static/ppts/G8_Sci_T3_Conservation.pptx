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3 · Biology — Ecology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conservation and explain its importance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conservation strategies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the effectiveness of different approaches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Conservation?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Conservation is about protecting life on Earth for the future.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Protecting and managing ecosystems and biodiversity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Aims to prevent extinction and maintain healthy ecosystems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Includes protecting habitats, breeding programmes, and laws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Balances human needs with environmental protection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Requires local, national, and global cooperation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Conservation Strategies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areas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parks, nature reserves, marine sanctuaries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Captive breeding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Breeding endangered species in zoos for release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banks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Storing plant seeds to prevent extinction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Laws and quotas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Fishing quotas, hunting bans, CITES (trade controls)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Habitat restoration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Replanting forests, cleaning rivers, creating corridors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Conservation  保护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ecosystems and preventing species loss.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Endangered  濒危的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 at risk of becoming extinct.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Area  保护区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Land/water legally protected from harmful activities.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Captive Breeding  人工繁殖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Breeding endangered species in captivity for release.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Bank  种子库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Storing seeds to preserve plant genetic diversity.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Biodiversity  生物多样性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Variety of species — higher is healthier.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Should we spend money saving endangered species, or focus on human problems like poverty?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value do ecosystems provide to humans?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if we lose species we haven't studied yet?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Are human needs and conservation always in conflict?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is conservation?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Protecting and managing ecosystems and biodiversity for the future.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Name three conservation strategies.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Protected areas, captive breeding, seed banks, laws, habitat restoration (any three).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is biodiversity important?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More species = more stable ecosystems, potential medicines, food security.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is a seed bank?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 facility that stores seeds from many plant species to prevent extinction.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Conservation protects ecosystems and prevents extinction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Strategies: protected areas, captive breeding, seed banks, laws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Biodiversity is essential for ecosystem stability and human wellbeing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cooperation at local, national, and global levels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Balancing human needs with environmental protection is key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Conservation</dc:title>
  <dc:subject>PptxGenJS Presentation</dc:subject>
  <dc:creator>Mr Zocchi</dc:creator>
  <cp:lastModifiedBy>Mr Zocchi</cp:lastModifiedBy>
  <cp:revision>1</cp:revision>
  <dcterms:created xsi:type="dcterms:W3CDTF">2026-03-24T11:35:32Z</dcterms:created>
  <dcterms:modified xsi:type="dcterms:W3CDTF">2026-03-24T11:35:32Z</dcterms:modified>
</cp:coreProperties>
</file>