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A9D8F"/>
          </a:solidFill>
          <a:ln/>
        </p:spPr>
      </p:sp>
      <p:sp>
        <p:nvSpPr>
          <p:cNvPr id="3" name="Text 1"/>
          <p:cNvSpPr/>
          <p:nvPr/>
        </p:nvSpPr>
        <p:spPr>
          <a:xfrm>
            <a:off x="731520" y="1097280"/>
            <a:ext cx="7772400" cy="13716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Adaptations</a:t>
            </a:r>
            <a:endParaRPr lang="en-US" sz="4000" dirty="0"/>
          </a:p>
        </p:txBody>
      </p:sp>
      <p:sp>
        <p:nvSpPr>
          <p:cNvPr id="4" name="Text 2"/>
          <p:cNvSpPr/>
          <p:nvPr/>
        </p:nvSpPr>
        <p:spPr>
          <a:xfrm>
            <a:off x="731520" y="2560320"/>
            <a:ext cx="7772400" cy="548640"/>
          </a:xfrm>
          <a:prstGeom prst="rect">
            <a:avLst/>
          </a:prstGeom>
          <a:noFill/>
          <a:ln/>
        </p:spPr>
        <p:txBody>
          <a:bodyPr wrap="square" rtlCol="0" anchor="ctr"/>
          <a:lstStyle/>
          <a:p>
            <a:pPr indent="0" marL="0">
              <a:buNone/>
            </a:pPr>
            <a:r>
              <a:rPr lang="en-US" sz="1600" dirty="0">
                <a:solidFill>
                  <a:srgbClr val="E9C46A"/>
                </a:solidFill>
                <a:latin typeface="Calibri" pitchFamily="34" charset="0"/>
                <a:ea typeface="Calibri" pitchFamily="34" charset="-122"/>
                <a:cs typeface="Calibri" pitchFamily="34" charset="-120"/>
              </a:rPr>
              <a:t>Grade 6 Science · Mr Zocchi</a:t>
            </a:r>
            <a:endParaRPr lang="en-US" sz="1600" dirty="0"/>
          </a:p>
        </p:txBody>
      </p:sp>
      <p:sp>
        <p:nvSpPr>
          <p:cNvPr id="5" name="Shape 3"/>
          <p:cNvSpPr/>
          <p:nvPr/>
        </p:nvSpPr>
        <p:spPr>
          <a:xfrm>
            <a:off x="731520" y="3474720"/>
            <a:ext cx="2011680" cy="411480"/>
          </a:xfrm>
          <a:prstGeom prst="roundRect">
            <a:avLst>
              <a:gd name="adj" fmla="val 17778"/>
            </a:avLst>
          </a:prstGeom>
          <a:solidFill>
            <a:srgbClr val="2A9D8F"/>
          </a:solidFill>
          <a:ln/>
        </p:spPr>
      </p:sp>
      <p:sp>
        <p:nvSpPr>
          <p:cNvPr id="6" name="Text 4"/>
          <p:cNvSpPr/>
          <p:nvPr/>
        </p:nvSpPr>
        <p:spPr>
          <a:xfrm>
            <a:off x="731520" y="3474720"/>
            <a:ext cx="201168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Term 4 · Ecology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2 / 5</a:t>
            </a:r>
            <a:endParaRPr lang="en-US" sz="900" dirty="0"/>
          </a:p>
        </p:txBody>
      </p:sp>
      <p:sp>
        <p:nvSpPr>
          <p:cNvPr id="4" name="Shape 2"/>
          <p:cNvSpPr/>
          <p:nvPr/>
        </p:nvSpPr>
        <p:spPr>
          <a:xfrm>
            <a:off x="1371600" y="914400"/>
            <a:ext cx="6400800" cy="32004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5" name="Shape 3"/>
          <p:cNvSpPr/>
          <p:nvPr/>
        </p:nvSpPr>
        <p:spPr>
          <a:xfrm>
            <a:off x="1371600" y="914400"/>
            <a:ext cx="91440" cy="3200400"/>
          </a:xfrm>
          <a:prstGeom prst="rect">
            <a:avLst/>
          </a:prstGeom>
          <a:solidFill>
            <a:srgbClr val="2A9D8F"/>
          </a:solidFill>
          <a:ln/>
        </p:spPr>
      </p:sp>
      <p:sp>
        <p:nvSpPr>
          <p:cNvPr id="6" name="Text 4"/>
          <p:cNvSpPr/>
          <p:nvPr/>
        </p:nvSpPr>
        <p:spPr>
          <a:xfrm>
            <a:off x="1828800" y="1097280"/>
            <a:ext cx="5669280" cy="640080"/>
          </a:xfrm>
          <a:prstGeom prst="rect">
            <a:avLst/>
          </a:prstGeom>
          <a:noFill/>
          <a:ln/>
        </p:spPr>
        <p:txBody>
          <a:bodyPr wrap="square" rtlCol="0" anchor="ctr"/>
          <a:lstStyle/>
          <a:p>
            <a:pPr indent="0" marL="0">
              <a:buNone/>
            </a:pPr>
            <a:r>
              <a:rPr lang="en-US" sz="2400" b="1" dirty="0">
                <a:solidFill>
                  <a:srgbClr val="1B2A4A"/>
                </a:solidFill>
                <a:latin typeface="Georgia" pitchFamily="34" charset="0"/>
                <a:ea typeface="Georgia" pitchFamily="34" charset="-122"/>
                <a:cs typeface="Georgia" pitchFamily="34" charset="-120"/>
              </a:rPr>
              <a:t>Surviving in Your Environment</a:t>
            </a:r>
            <a:endParaRPr lang="en-US" sz="2400" dirty="0"/>
          </a:p>
        </p:txBody>
      </p:sp>
      <p:sp>
        <p:nvSpPr>
          <p:cNvPr id="7" name="Text 5"/>
          <p:cNvSpPr/>
          <p:nvPr/>
        </p:nvSpPr>
        <p:spPr>
          <a:xfrm>
            <a:off x="1828800" y="1828800"/>
            <a:ext cx="5669280" cy="2011680"/>
          </a:xfrm>
          <a:prstGeom prst="rect">
            <a:avLst/>
          </a:prstGeom>
          <a:noFill/>
          <a:ln/>
        </p:spPr>
        <p:txBody>
          <a:bodyPr wrap="square" rtlCol="0" anchor="t"/>
          <a:lstStyle/>
          <a:p>
            <a:pPr indent="0" marL="0">
              <a:lnSpc>
                <a:spcPct val="130000"/>
              </a:lnSpc>
              <a:buNone/>
            </a:pPr>
            <a:r>
              <a:rPr lang="en-US" sz="1500" dirty="0">
                <a:solidFill>
                  <a:srgbClr val="3D3A36"/>
                </a:solidFill>
                <a:latin typeface="Calibri" pitchFamily="34" charset="0"/>
                <a:ea typeface="Calibri" pitchFamily="34" charset="-122"/>
                <a:cs typeface="Calibri" pitchFamily="34" charset="-120"/>
              </a:rPr>
              <a:t>An adaptation is a feature that helps an organism survive in its habitat. Adaptations develop over many generations through natural selection. Organisms that are better adapted are more likely to survive, reproduce, and pass on their features.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3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Three Types of Adaptation</a:t>
            </a:r>
            <a:endParaRPr lang="en-US" sz="2600" dirty="0"/>
          </a:p>
        </p:txBody>
      </p:sp>
      <p:sp>
        <p:nvSpPr>
          <p:cNvPr id="5" name="Shape 3"/>
          <p:cNvSpPr/>
          <p:nvPr/>
        </p:nvSpPr>
        <p:spPr>
          <a:xfrm>
            <a:off x="45720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2560320" cy="54864"/>
          </a:xfrm>
          <a:prstGeom prst="rect">
            <a:avLst/>
          </a:prstGeom>
          <a:solidFill>
            <a:srgbClr val="2A9D8F"/>
          </a:solidFill>
          <a:ln/>
        </p:spPr>
      </p:sp>
      <p:sp>
        <p:nvSpPr>
          <p:cNvPr id="7" name="Text 5"/>
          <p:cNvSpPr/>
          <p:nvPr/>
        </p:nvSpPr>
        <p:spPr>
          <a:xfrm>
            <a:off x="59436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Structural</a:t>
            </a:r>
            <a:endParaRPr lang="en-US" sz="1400" dirty="0"/>
          </a:p>
        </p:txBody>
      </p:sp>
      <p:sp>
        <p:nvSpPr>
          <p:cNvPr id="8" name="Text 6"/>
          <p:cNvSpPr/>
          <p:nvPr/>
        </p:nvSpPr>
        <p:spPr>
          <a:xfrm>
            <a:off x="59436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Physical features of the body. Thick fur (polar bear), long neck (giraffe), thorns (cactus), streamlined body (dolphin), webbed feet (duck).</a:t>
            </a:r>
            <a:endParaRPr lang="en-US" sz="1100" dirty="0"/>
          </a:p>
        </p:txBody>
      </p:sp>
      <p:sp>
        <p:nvSpPr>
          <p:cNvPr id="9" name="Shape 7"/>
          <p:cNvSpPr/>
          <p:nvPr/>
        </p:nvSpPr>
        <p:spPr>
          <a:xfrm>
            <a:off x="329184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0" name="Shape 8"/>
          <p:cNvSpPr/>
          <p:nvPr/>
        </p:nvSpPr>
        <p:spPr>
          <a:xfrm>
            <a:off x="3291840" y="1188720"/>
            <a:ext cx="2560320" cy="54864"/>
          </a:xfrm>
          <a:prstGeom prst="rect">
            <a:avLst/>
          </a:prstGeom>
          <a:solidFill>
            <a:srgbClr val="2A9D8F"/>
          </a:solidFill>
          <a:ln/>
        </p:spPr>
      </p:sp>
      <p:sp>
        <p:nvSpPr>
          <p:cNvPr id="11" name="Text 9"/>
          <p:cNvSpPr/>
          <p:nvPr/>
        </p:nvSpPr>
        <p:spPr>
          <a:xfrm>
            <a:off x="342900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Behavioural</a:t>
            </a:r>
            <a:endParaRPr lang="en-US" sz="1400" dirty="0"/>
          </a:p>
        </p:txBody>
      </p:sp>
      <p:sp>
        <p:nvSpPr>
          <p:cNvPr id="12" name="Text 10"/>
          <p:cNvSpPr/>
          <p:nvPr/>
        </p:nvSpPr>
        <p:spPr>
          <a:xfrm>
            <a:off x="342900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Actions that aid survival. Migration (birds fly south for winter), hibernation (bears sleep through winter), nocturnal activity (owls hunt at night).</a:t>
            </a:r>
            <a:endParaRPr lang="en-US" sz="1100" dirty="0"/>
          </a:p>
        </p:txBody>
      </p:sp>
      <p:sp>
        <p:nvSpPr>
          <p:cNvPr id="13" name="Shape 11"/>
          <p:cNvSpPr/>
          <p:nvPr/>
        </p:nvSpPr>
        <p:spPr>
          <a:xfrm>
            <a:off x="612648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4" name="Shape 12"/>
          <p:cNvSpPr/>
          <p:nvPr/>
        </p:nvSpPr>
        <p:spPr>
          <a:xfrm>
            <a:off x="6126480" y="1188720"/>
            <a:ext cx="2560320" cy="54864"/>
          </a:xfrm>
          <a:prstGeom prst="rect">
            <a:avLst/>
          </a:prstGeom>
          <a:solidFill>
            <a:srgbClr val="2A9D8F"/>
          </a:solidFill>
          <a:ln/>
        </p:spPr>
      </p:sp>
      <p:sp>
        <p:nvSpPr>
          <p:cNvPr id="15" name="Text 13"/>
          <p:cNvSpPr/>
          <p:nvPr/>
        </p:nvSpPr>
        <p:spPr>
          <a:xfrm>
            <a:off x="626364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Functional</a:t>
            </a:r>
            <a:endParaRPr lang="en-US" sz="1400" dirty="0"/>
          </a:p>
        </p:txBody>
      </p:sp>
      <p:sp>
        <p:nvSpPr>
          <p:cNvPr id="16" name="Text 14"/>
          <p:cNvSpPr/>
          <p:nvPr/>
        </p:nvSpPr>
        <p:spPr>
          <a:xfrm>
            <a:off x="626364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Internal body processes. Desert rats produce very concentrated urine to save water. Arctic fish have antifreeze proteins in blood. Camels store fat in humps.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4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Desert Adaptations</a:t>
            </a:r>
            <a:endParaRPr lang="en-US" sz="2600" dirty="0"/>
          </a:p>
        </p:txBody>
      </p:sp>
      <p:sp>
        <p:nvSpPr>
          <p:cNvPr id="5" name="Text 3"/>
          <p:cNvSpPr/>
          <p:nvPr/>
        </p:nvSpPr>
        <p:spPr>
          <a:xfrm>
            <a:off x="457200" y="1188720"/>
            <a:ext cx="3840480" cy="3474720"/>
          </a:xfrm>
          <a:prstGeom prst="rect">
            <a:avLst/>
          </a:prstGeom>
          <a:noFill/>
          <a:ln/>
        </p:spPr>
        <p:txBody>
          <a:bodyPr wrap="square" rtlCol="0" anchor="t"/>
          <a:lstStyle/>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Cactus: thick stem stores water, spines reduce water loss, shallow wide roots</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Camel: fat stored in hump (not water!), thick eyelashes, wide feet for sand</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Fennec fox: huge ears radiate heat, nocturnal, pale fur reflects sunlight</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Kangaroo rat: gets water from food, concentrated urine, burrows underground by day</a:t>
            </a:r>
            <a:endParaRPr lang="en-US" sz="1400" dirty="0"/>
          </a:p>
        </p:txBody>
      </p:sp>
      <p:sp>
        <p:nvSpPr>
          <p:cNvPr id="6" name="Shape 4"/>
          <p:cNvSpPr/>
          <p:nvPr/>
        </p:nvSpPr>
        <p:spPr>
          <a:xfrm>
            <a:off x="4846320" y="1188720"/>
            <a:ext cx="3840480" cy="347472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7" name="Shape 5"/>
          <p:cNvSpPr/>
          <p:nvPr/>
        </p:nvSpPr>
        <p:spPr>
          <a:xfrm>
            <a:off x="4846320" y="1188720"/>
            <a:ext cx="3840480" cy="54864"/>
          </a:xfrm>
          <a:prstGeom prst="rect">
            <a:avLst/>
          </a:prstGeom>
          <a:solidFill>
            <a:srgbClr val="2A9D8F"/>
          </a:solidFill>
          <a:ln/>
        </p:spPr>
      </p:sp>
      <p:sp>
        <p:nvSpPr>
          <p:cNvPr id="8" name="Text 6"/>
          <p:cNvSpPr/>
          <p:nvPr/>
        </p:nvSpPr>
        <p:spPr>
          <a:xfrm>
            <a:off x="5120640" y="1371600"/>
            <a:ext cx="3291840" cy="3108960"/>
          </a:xfrm>
          <a:prstGeom prst="rect">
            <a:avLst/>
          </a:prstGeom>
          <a:noFill/>
          <a:ln/>
        </p:spPr>
        <p:txBody>
          <a:bodyPr wrap="square" rtlCol="0" anchor="t"/>
          <a:lstStyle/>
          <a:p>
            <a:pPr indent="0" marL="0">
              <a:spcAft>
                <a:spcPts val="400"/>
              </a:spcAft>
              <a:buNone/>
            </a:pPr>
            <a:r>
              <a:rPr lang="en-US" sz="1600" b="1" dirty="0">
                <a:solidFill>
                  <a:srgbClr val="1B2A4A"/>
                </a:solidFill>
                <a:latin typeface="Calibri" pitchFamily="34" charset="0"/>
                <a:ea typeface="Calibri" pitchFamily="34" charset="-122"/>
                <a:cs typeface="Calibri" pitchFamily="34" charset="-120"/>
              </a:rPr>
              <a:t>Arctic Adaptations</a:t>
            </a:r>
            <a:endParaRPr lang="en-US" sz="1600" dirty="0"/>
          </a:p>
          <a:p>
            <a:pPr indent="0" marL="0">
              <a:spcAft>
                <a:spcPts val="400"/>
              </a:spcAft>
              <a:buNone/>
            </a:pP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Polar bear: thick blubber, white fur (camouflage), large paws spread weight on ice</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Arctic fox: thick fur changes colour (white winter, brown summer)</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Penguin: huddle together for warmth, streamlined for swimming, countercurrent blood flow</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Walrus: thick blubber, tusks for pulling onto ice, whiskers for finding food in murky water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9C46A"/>
          </a:solidFill>
          <a:ln/>
        </p:spPr>
      </p:sp>
      <p:sp>
        <p:nvSpPr>
          <p:cNvPr id="3" name="Text 1"/>
          <p:cNvSpPr/>
          <p:nvPr/>
        </p:nvSpPr>
        <p:spPr>
          <a:xfrm>
            <a:off x="731520" y="457200"/>
            <a:ext cx="7772400" cy="73152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4" name="Text 2"/>
          <p:cNvSpPr/>
          <p:nvPr/>
        </p:nvSpPr>
        <p:spPr>
          <a:xfrm>
            <a:off x="731520" y="1463040"/>
            <a:ext cx="7772400" cy="3200400"/>
          </a:xfrm>
          <a:prstGeom prst="rect">
            <a:avLst/>
          </a:prstGeom>
          <a:noFill/>
          <a:ln/>
        </p:spPr>
        <p:txBody>
          <a:bodyPr wrap="square" rtlCol="0" anchor="t"/>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Adaptation = feature that helps survival in a habitat</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Three types: structural (body), behavioural (actions), functional (internal processes)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Adaptations develop over generations through natural selection</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Desert adaptations focus on water conservation and heat loss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Arctic adaptations focus on insulation and camouflage</a:t>
            </a:r>
            <a:endParaRPr lang="en-US" sz="1500" dirty="0"/>
          </a:p>
        </p:txBody>
      </p:sp>
      <p:sp>
        <p:nvSpPr>
          <p:cNvPr id="5" name="Text 3"/>
          <p:cNvSpPr/>
          <p:nvPr/>
        </p:nvSpPr>
        <p:spPr>
          <a:xfrm>
            <a:off x="731520" y="4572000"/>
            <a:ext cx="7772400" cy="365760"/>
          </a:xfrm>
          <a:prstGeom prst="rect">
            <a:avLst/>
          </a:prstGeom>
          <a:noFill/>
          <a:ln/>
        </p:spPr>
        <p:txBody>
          <a:bodyPr wrap="square" rtlCol="0" anchor="ctr"/>
          <a:lstStyle/>
          <a:p>
            <a:pPr indent="0" marL="0">
              <a:buNone/>
            </a:pPr>
            <a:r>
              <a:rPr lang="en-US" sz="1100" dirty="0">
                <a:solidFill>
                  <a:srgbClr val="E9C46A"/>
                </a:solidFill>
                <a:latin typeface="Calibri" pitchFamily="34" charset="0"/>
                <a:ea typeface="Calibri" pitchFamily="34" charset="-122"/>
                <a:cs typeface="Calibri" pitchFamily="34" charset="-120"/>
              </a:rPr>
              <a:t>mrzocchi.com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Adaptations</dc:title>
  <dc:subject>PptxGenJS Presentation</dc:subject>
  <dc:creator>Mr Zocchi</dc:creator>
  <cp:lastModifiedBy>Mr Zocchi</cp:lastModifiedBy>
  <cp:revision>1</cp:revision>
  <dcterms:created xsi:type="dcterms:W3CDTF">2026-03-23T04:01:17Z</dcterms:created>
  <dcterms:modified xsi:type="dcterms:W3CDTF">2026-03-23T04:01:17Z</dcterms:modified>
</cp:coreProperties>
</file>