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 &amp; Habitats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Ecology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Ecosystem?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community of living organisms interacting with their non-living environment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both BIOTIC (living) and ABIOTIC (non-living) factors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Biotic: plants, animals, bacteria, fungi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Abiotic: temperature, light, water, soil, pH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can be huge (ocean) or tiny (rock pool)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Habitat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The place where an organism lives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8056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11430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Population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All organisms of ONE species in an area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74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Community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All the different populations in an area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874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Ecosystem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Community + its non-living environment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060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Biotic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Living factors (predators, prey, disease)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8056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26060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Abiotic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Non-living factors (temperature, water, light)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= living community + non-living environment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= living, Abiotic = non-living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Organisms are adapted to survive in their specific habitat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abiotic factors affect the whole ecosystem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Ecosystems &amp; Habitats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