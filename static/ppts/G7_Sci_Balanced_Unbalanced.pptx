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Balanced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Unbalanced Forces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forces compete?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C8372D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Korean ssireum (씨름) wrestling, two people push each other — but neither moves. Why not?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forces are equal and opposite, the net force is zero.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it mean for forces to be 'balanced'?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balanced forces mean nothing is happening?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happen if one wrestler suddenly pushed harder?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Balanced Forces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equal in size, opposite direction.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force = 0 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stays still OR moves at same speed.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 in motion.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on a table — gravity down, normal force up.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Ssireum (씨름) wrestlers pushing equally.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at constant speed — engine = friction.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Unbalanced Forces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force is bigger.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force ≠ 0 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accelerates (speeds up, slows, or turns).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RESULTANT force.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Kicking a football — foot force &gt; friction.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Braking a German Autobahn car — friction &gt; engine.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a phone — gravity &gt; air resistance.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Calculating Net Force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direction: ADD the forces.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direction: SUBTRACT smaller from larger.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50 N right + 30 N left = 20 N right.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 moves in the direction of the larger force.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force = resultant force = the overall combined force.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Newton's First Law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at rest stays at rest unless an unbalanced force acts.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in motion stays in motion unless an unbalanced force acts.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Law of Inertia.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Inertia = resistance to change in motion.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Seatbelts exist because of the First Law — your body keeps moving when the car stops.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and Unbalanced Forces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Resultant Forces — How to Calculate Net Force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Newton's First Law of Motion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TED-Ed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Balanced &amp; Unbalanced Forces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