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731520"/>
            <a:ext cx="2011680" cy="411480"/>
          </a:xfrm>
          <a:prstGeom prst="roundRect">
            <a:avLst>
              <a:gd name="adj" fmla="val 33333"/>
            </a:avLst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7315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 7 SCIENCE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Fingerprint Analysis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 1 · Forensic Science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56692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 ZOCCHI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60350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🎯 Learning Objectives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you will be able to: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12140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12140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63040" y="2057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Identify the three main fingerprint patterns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274320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85292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8529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63040" y="27889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 why fingerprints are unique to each person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47472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58444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58444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63040" y="3520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methods for collecting fingerprints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31520" y="420624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431596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431596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463040" y="425196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fingerprint samples to identify matches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Fingerprints Form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173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Fingerprints develop before birth (around 10 weeks in the womb)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214884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Formed by pressure on the skin in the uterus — random process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31520" y="292608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29718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Even identical twins have different fingerprints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370332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3749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Patterns stay the same for your entire life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48056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45262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Fingerprints are made of ridges (raised lines) on your fingertips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Three Main Patterns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03520" cy="4754880"/>
          </a:xfrm>
          <a:prstGeom prst="roundRect">
            <a:avLst>
              <a:gd name="adj" fmla="val 2885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5303520" cy="50292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 (60-65%)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10312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Ridges enter from one side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269748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They curve around and exit the same side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329184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Most common pattern worldwide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388620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Can be radial (toward thumb) or ulnar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309360" y="1371600"/>
            <a:ext cx="5303520" cy="4754880"/>
          </a:xfrm>
          <a:prstGeom prst="roundRect">
            <a:avLst>
              <a:gd name="adj" fmla="val 2885"/>
            </a:avLst>
          </a:prstGeom>
          <a:solidFill>
            <a:srgbClr val="FFFFFF"/>
          </a:solidFill>
          <a:ln w="19050">
            <a:solidFill>
              <a:srgbClr val="E9C46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09360" y="1371600"/>
            <a:ext cx="5303520" cy="50292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3" name="Text 11"/>
          <p:cNvSpPr/>
          <p:nvPr/>
        </p:nvSpPr>
        <p:spPr>
          <a:xfrm>
            <a:off x="6492240" y="137160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Whorl &amp; Arch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583680" y="210312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Whorl (30-35%): circular/spiral pattern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83680" y="269748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Has at least two deltas (triangle points)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583680" y="329184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Arch (5%): ridges flow from one side to other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83680" y="388620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Arch is the rarest pattern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📖 Key Vocabulary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Ridge  纹线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Raised lines on fingertips that form patterns.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6052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  斗形纹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29768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common pattern — ridges curve and exit same side.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77240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0956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Whorl  环形纹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90956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Circular or spiral pattern with two delta points.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  弧形纹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Rarest pattern — ridges flow in a wave from side to side.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6052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9768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Latent Print  潜在指纹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29768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invisible fingerprint left by natural oils on skin.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77240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0956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Dusting  粉末法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90956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Applying powder to reveal latent fingerprints.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3" name="Text 21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💬 Think-Pair-Share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371600" y="1828800"/>
            <a:ext cx="9418320" cy="13716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25400">
            <a:solidFill>
              <a:srgbClr val="C8372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45920" y="1920240"/>
            <a:ext cx="8869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are fingerprints considered one of the most reliable forms of evidence?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828800" y="3657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Think about uniqueness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828800" y="4297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Do they change over time?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828800" y="4937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Can they be faked?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🧠 Check Your Understanding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8988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Q1: What are the three main fingerprint patterns?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097280" y="196596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198424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Loop (most common), whorl, and arch (rarest).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62432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Q2: How are latent fingerprints revealed?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97280" y="320040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321868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By dusting with powder or using chemicals like ninhydrin.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85876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Q3: Why are fingerprints unique?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097280" y="443484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5" name="Text 13"/>
          <p:cNvSpPr/>
          <p:nvPr/>
        </p:nvSpPr>
        <p:spPr>
          <a:xfrm>
            <a:off x="1371600" y="445312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Random pressure in the womb creates patterns — even twins differ.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07492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09320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Q4: Which fingerprint pattern is the most common?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097280" y="566928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9" name="Text 17"/>
          <p:cNvSpPr/>
          <p:nvPr/>
        </p:nvSpPr>
        <p:spPr>
          <a:xfrm>
            <a:off x="1371600" y="568756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Loop pattern — found in about 60-65% of people.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📌 Key Takeaways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155448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patterns: loops (60-65%), whorls (30-35%), arches (5%)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28600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3774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2377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Fingerprints form before birth and never change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310896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2004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71600" y="3200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Latent prints are invisible — revealed by dusting or chemicals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93192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0233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402336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person has unique fingerprints, even identical twins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475488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8463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71600" y="48463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Fingerprints are one of the most reliable forms of identification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00800"/>
            <a:ext cx="12188952" cy="7315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828800"/>
            <a:ext cx="121889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0" y="301752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Self-Quiz and Review Games on mrzocchi.com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0" y="502920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Fingerprint Analysis</dc:title>
  <dc:subject>PptxGenJS Presentation</dc:subject>
  <dc:creator>Mr Zocchi</dc:creator>
  <cp:lastModifiedBy>Mr Zocchi</cp:lastModifiedBy>
  <cp:revision>1</cp:revision>
  <dcterms:created xsi:type="dcterms:W3CDTF">2026-03-24T11:30:52Z</dcterms:created>
  <dcterms:modified xsi:type="dcterms:W3CDTF">2026-03-24T11:30:52Z</dcterms:modified>
</cp:coreProperties>
</file>