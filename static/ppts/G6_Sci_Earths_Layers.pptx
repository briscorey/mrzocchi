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Earth's Layers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Science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3 · Earth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 of the Earth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is made up of four main layers: the crust, mantle, outer core, and inner core. Each layer has different properties — temperature, density, and composition change as you go deeper. The deepest humans have ever drilled is only 12 km, but the Earth's radius is 6,371 km.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Layers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outer layer (5–70 km). Two types: oceanic (thin, dense, basalt) and continental (thick, less dense, granite). We live on the crust.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Thickest layer (~2,900 km). Made of semi-solid, hot rock. Convection currents in the mantle drive tectonic plate movement.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layer of iron and nickel (~2,200 km thick). Temperature: ~4,500°C. Creates Earth's magnetic field through convection.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Core &amp; Density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ball of iron and nickel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layer: ~5,500°C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despite extreme heat because of enormous pressure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the size of the Moon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increases towards the centre of the Earth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Layers Formed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Earth formed, it was molten rock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materials (iron, nickel) sank to the centre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dense materials (silicates) floated to the surface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is called differentiation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why the core is metal and the crust is rock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layers: crust (thin), mantle (thickest), outer core (liquid), inner core (solid)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Crust: oceanic (thin, dense) vs continental (thick, less dense)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 convection drives tectonic plates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core is solid due to extreme pressure despite extreme heat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materials sank to form the core during differentiation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Earth's Layers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