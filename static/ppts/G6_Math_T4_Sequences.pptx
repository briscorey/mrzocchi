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Sequences &amp; Patterns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Algebra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Sequence?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ordered list of numbers following a RULE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number in the sequence is called a TERM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difference: how much you add/subtract each time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sequence: same amount added each time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Term-to-term rule: how to get from one term to the next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Position-to-term rule: formula using the position number (nth term)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nth Term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3, 7, 11, 15, 19... (common difference = +4)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nth term formula: first term + (n-1) × common difference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 + (n-1) × 4 = 3 + 4n - 4 = 4n - 1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when n=1, 4(1)-1 = 3 ✓ | when n=2, 4(2)-1 = 7 ✓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formula to find ANY term (e.g., 100th term = 4(100)-1 = 399)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= ordered list following a rule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common difference by subtracting consecutive terms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nth term = first term + (n-1) × common difference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lets you find any term without listing them all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 Sequences &amp; Patterns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