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Science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Earth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 (5–70 km, thin), Mantle (2,900 km, thickest), Outer Core (liquid iron/nickel), Inner Core (solid, 5,500°C, solid from pressure).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rock rises → moves sideways dragging plates → cools → sinks. Powered by radioactive decay. Rate: 2–5 cm/year.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crust broken into tectonic plates floating on mantle. Movement causes earthquakes, volcanoes, mountains.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Boundaries &amp; Features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apart. New crust. Mid-Atlantic Ridge. Rift valleys, volcanic islands.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together. Subduction. Trenches, mountains, volcanoes. Three subtypes: ocean-ocean, ocean-continent, continent-continent.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sideways. No new/destroyed crust. Earthquakes. San Andreas Fault.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Drift, Quakes &amp; Volcanoes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Drift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Wegener, 1912. Pangaea. Evidence: jigsaw fit, fossils, rocks, glacial marks. Rejected — no mechanism. Accepted 1960s with sea-floor spreading.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→ pressure → seismic waves. Focus (underground) vs epicentre (surface). Richter scale. Ring of Fire: 90% of earthquakes.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Convergent, divergent, hotspots. Explosive (thick lava) vs effusive (thin lava). Benefits: fertile soil, geothermal energy, minerals.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crust, mantle, outer core (liquid), inner core (solid)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drives plates: hot rises, cools, sinks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boundaries: divergent (apart), convergent (together), transform (sideways)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Wegener's evidence: jigsaw fit, fossils, rocks — accepted with sea-floor spreading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Fire: 75% volcanoes, 90% earthquakes around Pacific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 Science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