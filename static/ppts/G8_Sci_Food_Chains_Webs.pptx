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8 SCIENCE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Chains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Food Webs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eats whom?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E9C46A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Yangtze River, what would happen if the Chinese paddlefish went extinct?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Chinese paddlefish was declared extinct in 2022 — it was a top predator.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7315200" cy="1645920"/>
          </a:xfrm>
          <a:prstGeom prst="rect">
            <a:avLst/>
          </a:prstGeom>
          <a:solidFill>
            <a:srgbClr val="24366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— Pair — Share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organisms depended on the paddlefish?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organisms did the paddlefish eat?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removing a top predator change the whole system?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Chains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energy flow from one organism to the next.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starts with a PRODUCER (plant or algae).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 show direction energy flows → (eaten by).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Algae → Small fish → Carp → Heron.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= a trophic level.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7863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577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C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C46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Makes own food by photosynthesis.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consumer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Eats producers (herbivore).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 consumer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Eats primary consumers.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Tertiary consumer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predator.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Decomposer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Breaks down dead organisms.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Webs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food web = many food chains connected.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realistic — organisms eat multiple things.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complexity of feeding relationships.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species is removed, it affects many others.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4114800"/>
            <a:ext cx="64008" cy="7315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605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webs show INTERDEPENDENCE — organisms depend on each other.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10% Rule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~10% of energy passes to the next trophic level.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rest: heat (respiration), waste, movement.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food chains are short (4–5 levels max).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 have MOST energy. Top predators have LEAST.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4114800"/>
            <a:ext cx="64008" cy="7315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605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explains why there are fewer tigers than deer.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Videos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these on YouTube to learn more.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64008" cy="10515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130759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Chains and Food Webs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FuseSchool  •  5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23160"/>
            <a:ext cx="64008" cy="10515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49631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Producers, Consumers, Decomposers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8803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Course Kids  •  4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11880"/>
            <a:ext cx="64008" cy="10515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68503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Trophic Levels — Energy Flow in Ecosystems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0690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 •  5 min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Chains &amp; Webs</dc:title>
  <dc:subject>PptxGenJS Presentation</dc:subject>
  <dc:creator>Mr Zocchi</dc:creator>
  <cp:lastModifiedBy>Mr Zocchi</cp:lastModifiedBy>
  <cp:revision>1</cp:revision>
  <dcterms:created xsi:type="dcterms:W3CDTF">2026-03-23T05:29:31Z</dcterms:created>
  <dcterms:modified xsi:type="dcterms:W3CDTF">2026-03-23T05:29:31Z</dcterms:modified>
</cp:coreProperties>
</file>