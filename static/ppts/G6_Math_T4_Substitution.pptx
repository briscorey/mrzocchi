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Substitution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write algebraic expressions, substitute values, solve one-step and two-step equations, and explore number patterns.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Logic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"Logic helps us generalise relationships and solve problems using algebraic representations."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letter that represents an unknown number. e.g. x, n, 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代数式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combination of numbers, variables, and operations. e.g. 3x + 5. No equals sign.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mathematical statement with an equals sign. e.g. 2x + 3 = 11.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Coefficient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in front of a variable. In 5x, the coefficient is 5.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Constant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on its own (not multiplied by a variable). In 3x + 7, the constant is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Substitute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代入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 variable with a number to evaluate an expression. If x=3, then 2x+1 =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does 4n mean?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n — a number next to a letter means multiply.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Write an expression for: five more than a number x.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If x = 6, what is 3x − 4?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— substitute: 3(6) − 4 = 18 − 4 = 14.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Simplify: 7a + 2a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9a — add the coefficients of like terms.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Substitution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