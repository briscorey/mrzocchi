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Periodic Table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atomic structure, how the periodic table is organised, the properties of metals and non-metals, and revisiting states of matter at a deeper level.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and arrangement of atoms determines the properties of elements and how they are classified."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particle of an element that retains its properties.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particle in the nucleus. Atomic number = number of protons.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Neutron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particle in the nucleus. Mass number = protons + neutrons.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Electron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particle orbiting the nucleus in shells.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Atomic Number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原子序数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protons. Defines which element it is.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 Number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Protons + neutrons. Used to find number of neutrons (mass − atomic).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the three subatomic particles and their charges?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Proton (+1, in nucleus), Neutron (0, in nucleus), Electron (−1, orbiting in shells).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Carbon has atomic number 6 and mass number 12. How many neutrons?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12 − 6 = 6 neutrons.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the group number tell you?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electrons in the outer shell. Group 1 = 1 outer electron, Group 7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the period number tell you?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electron shells. Period 2 = 2 shells, Period 3 = 3 shells.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Periodic Table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