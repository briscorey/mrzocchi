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Convection Currents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3 · Earth Science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Drives the Plates?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Convection currents in the mantle are circular flows of semi-solid rock. Heat from the core makes rock rise, it cools near the crust and sinks again. These currents drag the tectonic plates, causing earthquakes, volcanoes, and mountain formation.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Convection Works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Radioactive decay in the core heats the mantle rock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rock becomes less dense and rises towards the crust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surface, it moves sideways, dragging plates with 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rock cools, becomes denser, and sinks back down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cycle repeats continuously — it has been happening for billions of years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18872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0" y="137160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Examples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Boiling water: hot water rises from the bottom, cool water sinks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Lava lamp: heated wax rises, cools at the top, sinks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heater: hot air rises, cool air moves in to replace it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 breeze: land heats faster than sea, causing air circulation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Convection and Plate Movement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Convection currents move at about 2–5 cm per year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currents rise and diverge → plates move apart (divergent boundary)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currents converge and sink → plates push together (convergent boundary)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driving mechanism behind ALL tectonic activity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convection, there would be no earthquakes, volcanoes, or mountains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Convection = hot rises, cools, sinks, repeats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source: radioactive decay in Earth's core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mantle rock drags tectonic plates sideways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Divergent boundaries where convection rises, convergent where it sinks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Rate: ~2–5 cm per year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Convection Currents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