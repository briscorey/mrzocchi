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Multiplying &amp; Dividing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Fractions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operations made simple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means 'of' with fractions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Reciprocal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 the fraction upside down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Cancel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 before multiplying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KFC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Keep, Flip, Change — for division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Multiplying vs Dividing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Multiplying Fractions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numerators together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denominators together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 the answer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¾ × ⅖ = 6/20 = 3/10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need for common denominator!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3840480" cy="54864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Dividing Fractions (KFC)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8348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first fraction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 the second fraction (reciprocal)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÷ to ×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¾ ÷ ⅖ = ¾ × 5/2 = 15/8 = 1⅞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multiply as normal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Cross-Cancelling (Shortcut)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multiplying, you can cancel diagonally.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numerator and a denominator share a common factor, divide both.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makes the numbers smaller BEFORE you multiply.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4/9 × 3/8 → cancel 4 and 8 (÷4) and 3 and 9 (÷3) → 1/3 × 1/2 = 1/6.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Cross-cancelling gives the same answer but avoids big numbers.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Cross-cancel first, then multiply — easier numbers, less simplifying at the end.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Multiplying &amp; Dividing Mixed Numbers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Convert mixed numbers to IMPROPER fractions.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Multiply or divide as normal (KFC for division).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Simplify and convert back to a mixed number.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2½ × 1⅓ = 5/2 × 4/3 = 20/6 = 10/3 = 3⅓.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try to multiply whole numbers and fractions separately — convert first.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multiply fractions (multiply tops, multiply bottoms)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divide fractions using KFC (Keep, Flip, Change)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cross-cancelling to simplify before multiplying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multiply and divide mixed numbers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always simplify my final answer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multiply: tops × tops, bottoms × bottoms. To divide: Keep, Flip, Change!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Multiplying &amp; Dividing Fractions</dc:title>
  <dc:subject>PptxGenJS Presentation</dc:subject>
  <dc:creator>Mr Zocchi</dc:creator>
  <cp:lastModifiedBy>Mr Zocchi</cp:lastModifiedBy>
  <cp:revision>1</cp:revision>
  <dcterms:created xsi:type="dcterms:W3CDTF">2026-03-24T11:21:05Z</dcterms:created>
  <dcterms:modified xsi:type="dcterms:W3CDTF">2026-03-24T11:21:05Z</dcterms:modified>
</cp:coreProperties>
</file>