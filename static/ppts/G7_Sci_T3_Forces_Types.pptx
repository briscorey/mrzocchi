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Forces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3 · Physics — Forces, Motion &amp; Pressure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what a force is and identify its unit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between contact and non-contact forces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examples of gravity, friction, and air resistance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31596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42519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forces affect motion and shape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Force?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are everywhere — every movement involves a force.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 force is a push or pull that acts on an object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Forces can change an object's speed, direction, or shape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Measured in Newtons (N) using a force meter (newton meter)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Forces are vectors — they have size AND direction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Multiple forces can act on the same object simultaneously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vs Non-Contact Forces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5029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Forces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Objects must be touching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Friction: opposes motion between surfaces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Air resistance: friction with the air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Tension: force in a stretched rope/spring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Normal force: surface pushes back on object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Non-Contact Forces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Act at a distance — no touching needed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Gravity: attracts objects with mass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Magnetic: attracts/repels magnets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Electrostatic: between charged objects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These forces weaken with distance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 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push or pull. Measured in Newtons (N).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 重力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Attracts any objects with mass. On Earth: ~10 N/kg.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 摩擦力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Opposes motion between two surfaces. Creates heat.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Resistance  空气阻力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between object and air. Increases with speed.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Tension  张力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Pulling force in a stretched string, rope, or spring.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  牛顿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 unit of force, named after Isaac Newton.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Calculating Weight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FF8E7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has a mass of 50 kg. What is their weight on Earth? (g = 10 N/kg)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mass × gravitational field strength (W = m × 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50 × 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500 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663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is a force, so the unit is Newtons (N), not kg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What is a force?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push or pull that can change speed, direction, or shape. Measured in Newtons.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Name two contact and two non-contact forces.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Contact: friction, air resistance. Non-contact: gravity, magnetism.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Calculate the weight of a 70 kg person (g = 10 N/kg).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 = 70 × 10 = 700 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Why does a feather fall slower than a ball?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Greater air resistance relative to its weight (large surface area, small mass).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are pushes or pulls measured in Newtons (N)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forces need touching; non-contact forces act at a distance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mass × gravitational field strength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opposes motion and creates heat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are vectors with both magnitude and direction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Forces</dc:title>
  <dc:subject>PptxGenJS Presentation</dc:subject>
  <dc:creator>Mr Zocchi</dc:creator>
  <cp:lastModifiedBy>Mr Zocchi</cp:lastModifiedBy>
  <cp:revision>1</cp:revision>
  <dcterms:created xsi:type="dcterms:W3CDTF">2026-03-24T11:30:53Z</dcterms:created>
  <dcterms:modified xsi:type="dcterms:W3CDTF">2026-03-24T11:30:53Z</dcterms:modified>
</cp:coreProperties>
</file>