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Mixtures, Filtration, Evaporation, Distillation, Chromatography, Purity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physically combined, NOT chemically joined.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solute dissolves in solvent. Clear, cannot be filtered.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Suspension: particles don't dissolve, settle over time.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stirring, particle size affect dissolving speed.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Separation Techniques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 Summary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Insoluble solid from liquid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 from water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Dissolved solid from liquid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Boiling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 salt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from 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Boiling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water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Chromatography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Colours/substances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Ink analysis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= only ONE substance (scientific definition).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purity: sharp melting/boiling point = pure.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Impurities lower melting point, raise boiling point.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'Pure' in everyday language ≠ pure in science.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 — the form and properties of a substance determine how we separate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Separation Techniques — Full Revision</dc:title>
  <dc:subject>PptxGenJS Presentation</dc:subject>
  <dc:creator>Mr Zocchi</dc:creator>
  <cp:lastModifiedBy>Mr Zocchi</cp:lastModifiedBy>
  <cp:revision>1</cp:revision>
  <dcterms:created xsi:type="dcterms:W3CDTF">2026-03-23T08:12:51Z</dcterms:created>
  <dcterms:modified xsi:type="dcterms:W3CDTF">2026-03-23T08:12:51Z</dcterms:modified>
</cp:coreProperties>
</file>