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 Science · Scientific Skills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 · mrzocchi.com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Variable?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anything that can change in an experiment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a test FAIR, you must control your variables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three types of variable in every experiment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variables is essential for scientific investigations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0"/>
            <a:ext cx="8046720" cy="9144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690"/>
                </a:solidFill>
              </a:rPr>
              <a:t>mrzocchi.com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Variables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3F1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Variable (IV)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variable YOU change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should only be ONE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the 'input variable'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the amount of water given to a plant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F3F1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234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Dependent Variable (DV)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variable you MEASURE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changes because of the IV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the 'output variable'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how tall the plant grows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690"/>
                </a:solidFill>
              </a:rPr>
              <a:t>mrzocchi.com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 Variables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keep the SAME to make the test fair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don't control them, you won't know what caused the result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same soil type, same light, same pot size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'constant variables'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 test = only ONE variable changes (the IV)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0"/>
            <a:ext cx="8046720" cy="9144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690"/>
                </a:solidFill>
              </a:rPr>
              <a:t>mrzocchi.com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= what you change, DV = what you measure, CV = what you keep the same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 test changes only ONE variable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variables make your results reliable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identify all three types before starting an experiment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60"/>
                </a:solidFill>
              </a:rPr>
              <a:t>mrzocchi.com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Variables</dc:title>
  <dc:subject>PptxGenJS Presentation</dc:subject>
  <dc:creator>Mr Zocchi</dc:creator>
  <cp:lastModifiedBy>Mr Zocchi</cp:lastModifiedBy>
  <cp:revision>1</cp:revision>
  <dcterms:created xsi:type="dcterms:W3CDTF">2026-03-23T03:53:56Z</dcterms:created>
  <dcterms:modified xsi:type="dcterms:W3CDTF">2026-03-23T03:53:56Z</dcterms:modified>
</cp:coreProperties>
</file>