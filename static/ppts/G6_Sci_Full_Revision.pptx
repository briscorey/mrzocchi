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Science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Term 3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Structure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layers: crust (thin, rocky) → mantle (thickest, semi-solid) → outer core (liquid metal) → inner core (solid metal)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and pressure increase towards the centre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 broken into tectonic plates floating on mantle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arrangement: lightest at surface, densest at centre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 Tectonics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in mantle drive plate movement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Divergent: apart → new crust | Convergent: together → subduction | Transform: past → earthquakes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Earthquakes: seismic waves from sudden plate movement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Volcanoes: magma escaping at convergent/divergent boundaries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of Fire: 75% of volcanoes, 90% of earthquakes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Continental Drift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Wegener: Pangaea broke apart ~200 million years ago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matching fossils, rocks, coastlines, climate clues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Initially rejected (no mechanism) → convection currents explained 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move a few centimetres per year — very slow but powerful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= 4 layers with increasing temperature and pressure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drive plate tectonics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boundary types cause earthquakes and volcanoes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Continental drift evidence: fossils, rocks, coastlines, climate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 Science — Full Revision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