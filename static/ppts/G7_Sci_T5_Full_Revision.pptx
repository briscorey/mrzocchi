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Space Science — Full Revision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5 · Space Science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all space science concepts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solar system structure to gravity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knowledge to exam-style questions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Overview: Space Science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formula: Weight = mass × 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Solar System — 8 planets, rocky vs gas giants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Earth, Moon &amp; Sun — day/night, Moon phases, rotation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Gravity &amp; Orbits — mass vs weight, W=mg, orbits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Stars &amp; Galaxies — life cycle, Milky Way, light-years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Space Exploration — milestones, benefits, challenges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Facts to Remember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Planet order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Very Excited Mother Just Served Us Nachos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Day/Night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Caused by Earth's rotation (24 hours)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Caused by 23.5° tilt of Earth's axis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phases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27.3-day orbit; reflects sunlight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Light-year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Distance, not time! ~9.46 trillion km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causes day and night?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Earth rotating on its axis every 24 hours.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Weight of 75 kg person on Earth (g=10)?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 = 75 × 10 = 750 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What is a light-year?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distance light travels in one year (~9.46 trillion km).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Name the four rocky planets in order.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Mercury, Venus, Earth, Mars.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system: 8 planets orbiting the Sun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Day/night from Earth's rotation; seasons from axial tilt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= mass × g (weight changes, mass stays constant)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Stars produce energy through nuclear fusion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exploration benefits include GPS, weather, and medical advances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📚 Space Science — Full Revision</dc:title>
  <dc:subject>PptxGenJS Presentation</dc:subject>
  <dc:creator>Mr Zocchi</dc:creator>
  <cp:lastModifiedBy>Mr Zocchi</cp:lastModifiedBy>
  <cp:revision>1</cp:revision>
  <dcterms:created xsi:type="dcterms:W3CDTF">2026-03-24T11:30:54Z</dcterms:created>
  <dcterms:modified xsi:type="dcterms:W3CDTF">2026-03-24T11:30:54Z</dcterms:modified>
</cp:coreProperties>
</file>