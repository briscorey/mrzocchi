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&amp;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Habitats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and non-living things working together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Xuanwu Lake sits in the heart of Nanjing, surrounded by millions of people. Is it still an ecosystem?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ecosystem doesn't have to be wild — it just needs living things interacting with their environment.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living things could you find in Xuanwu Lake?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non-living factors affect them?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city around it change the ecosystem?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an Ecosystem?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= all living organisms + non-living factors in an area, interacting.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any size — a puddle, a pond, a forest, the entire ocean.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things = biotic factors (plants, animals, bacteria).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Non-living things = abiotic factors (temperature, water, light, soil).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NIS school garden is a small ecosystem.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77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 of living things + their non-living environment.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Living factors: plants, animals, fungi, bacteria.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Abiotic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Non-living factors: temperature, water, light, soil, pH.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place where an organism lives.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of ONE species in an area.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populations of DIFFERENT species in an area.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Biotic vs. Abiotic in Xuanwu Lake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Biotic Factors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Lotus plants, algae, reeds.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Carp, catfish, turtles.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birds, dragonflies.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 decomposing dead leaves.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Abiotic Factors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temperature (changes with Nanjing's seasons).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Dissolved oxygen levels.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Sunlight reaching the lake bed.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and nutrient levels.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Levels of Organisation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→ Population → Community → Ecosystem → Biome → Biosphere.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carp (individual) → all carp (population) → all species (community) → lake + abiotic factors (ecosystem).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Korean DMZ: untouched for 70+ years → thriving ecosystem.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Forest (Schwarzwald), Germany — a temperate forest biome.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Nanjing: subtropical monsoon climate → distinct biome.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Ecosystems — Biotic and Abiotic Factors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Ecosystem?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Course Kids  •  4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of Organisation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Ecosystems &amp; Habitats</dc:title>
  <dc:subject>PptxGenJS Presentation</dc:subject>
  <dc:creator>Mr Zocchi</dc:creator>
  <cp:lastModifiedBy>Mr Zocchi</cp:lastModifiedBy>
  <cp:revision>1</cp:revision>
  <dcterms:created xsi:type="dcterms:W3CDTF">2026-03-23T08:12:50Z</dcterms:created>
  <dcterms:modified xsi:type="dcterms:W3CDTF">2026-03-23T08:12:50Z</dcterms:modified>
</cp:coreProperties>
</file>