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to collect and analyse data using averages and frequency tables, represent data with statistical diagrams, and calculate probabilities for combined events.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Relationships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Globalisation and Sustainability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"Analysing relationships in data allows us to make evidence-based decisions."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 values, divide by count. Affected by outliers.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中位数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value when data is ordered. Not affected by outliers.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众数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value. Can have more than one or none.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− lowest. Measures spread.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Frequency Table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频率表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showing how often each value or group of values occurs.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Grouped Data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分组数据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 into intervals (e.g. 0-10, 11-20). Cannot find exact mode or median.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Find the mean from a frequency table: Value 1(×4), 2(×6), 3(×8), 4(×2).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4+12+24+8 = 48. Count = 20. Mean = 48÷20 = 2.4.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Data set: 3, 5, 5, 7, 9, 12, 45. Which average best represents the data?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(7) — the mean (12.3) is pulled up by the outlier 45.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A die is rolled and a coin is flipped. List the sample space.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outcomes: 1H, 1T, 2H, 2T, 3H, 3T, 4H, 4T, 5H, 5T, 6H, 6T.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P(A) = 0.4, P(B) = 0.3. Events are independent. Find P(A and B).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 and B) = 0.4 × 0.3 = 0.12.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