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Charts &amp; Graphs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5 · Probability &amp; Statistics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Displaying Data Visually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and graphs make data easier to understand. The type of chart you choose depends on what data you have and what you want to show. A good chart has a title, labelled axes, and an appropriate scale.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Charts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 data. Bars DON'T touch. Equal width. Frequency on y-axis. Example: favourite colours in a class.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proportions. All sections = 100% (360°). Fraction × 360 = angle. Best for 3–6 categories.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Graph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data over time. Points connected with lines. Shows trends. Example: temperature over 24 hours.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Charts Well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describes what the chart shows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Axes: labelled with variable name AND unit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even intervals, uses most of the space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Bars: equal width, equal gaps, don't touch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Pie: calculate angles (fraction × 360°)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Line: plot points carefully, connect with straight lines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Interpreting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overall pattern or trend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specific values using the data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highest/lowest values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anomalies or unexpected results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data to answer the original question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'The most popular colour was blue with 12 votes'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chart: categories (bars don't touch). Pie: proportions (360°). Line: trends over time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labelled axes, appropriate scale — essential for every chart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 angles: fraction of total × 360°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trends, compare values, identify patterns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right chart for your data type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Charts &amp; Graphs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