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Charts &amp; Graphs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Probability &amp; Statistics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the Right Chart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chart: comparing categories (discrete data)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Pictogram: using pictures to represent data (include a key!)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chart: showing proportions of a whole (must add up to 360°)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graph: showing change over time (continuous data)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graph: showing relationship between two variables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Good Charts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include a TITLE describing what the chart shows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BOTH axes with variable name and unit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consistent scale — don't skip numbers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on bar charts should have gaps between them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graphs: plot points accurately, then join with straight lines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charts: calculate angles (fraction × 360°)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charts: categories | Line graphs: change over time | Pie charts: proportions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Always: title, labelled axes, consistent scale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gaps separate categories; histograms have no gaps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 angles: (frequency ÷ total) × 360°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Charts &amp; Graphs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