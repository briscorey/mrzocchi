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of State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&amp; freezing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Melting &amp; freezing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&amp; condensation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Evaporation &amp; condensation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Sublimation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&amp; cooling curves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Heating &amp; cooling curves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and state changes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Energy and state changes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of State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