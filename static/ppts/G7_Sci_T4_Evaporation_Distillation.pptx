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Evaporation &amp;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Distillation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dissolved substances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C8372D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ancient Chinese discovered how to extract salt from seawater over 5,000 years ago. The salt pans of Zigong (Sichuan) are still working today. How does it work?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 removes the solvent, leaving the solute behind. Distillation COLLECTS the solvent too.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water when it's heated enough?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salt go when seawater evaporates?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you wanted to keep BOTH the water AND the salt?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Evaporation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 solution → solvent evaporates → solute left behind as a solid.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get the SOLUTE from a solution (the dissolved substance).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salt production: seawater evaporated in shallow pans by the sun.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sea salt (cheonilyeom): made the same way on tidal flats.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the solvent (water) is lost — it escapes as steam.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Distillation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Distillation collects BOTH the solvent AND the solute separately.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solution → solvent boils → steam travels to condenser → cools back to liquid.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condenser uses cold water to cool the steam.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when you want to KEEP the pure solvent (e.g. pure water from seawater).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Schnaps and Korean soju are made by distillation of fermented grain.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distillation works for one dissolved substance. Fractional distillation separates mixtures of liquids with different boiling points.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Evaporation vs. Distillation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the SOLUTE only.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 is lost as vapour.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and cheap.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making sea salt.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BOTH solute and solvent.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 is condensed and collected.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complex equipment needed.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purifying water, making spirits.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Distillation Around the World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5,000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has produced salt by evaporation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5280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5280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14–20%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5280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Soju Alcohol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3568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spirit made by distillation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6552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6552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06552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Schnaps Alcohol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4840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spirit — stronger distillation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 and Distillation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5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Distillation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4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Salt Made?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Channel  •  4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Evaporation &amp; Distillation</dc:title>
  <dc:subject>PptxGenJS Presentation</dc:subject>
  <dc:creator>Mr Zocchi</dc:creator>
  <cp:lastModifiedBy>Mr Zocchi</cp:lastModifiedBy>
  <cp:revision>1</cp:revision>
  <dcterms:created xsi:type="dcterms:W3CDTF">2026-03-23T08:12:51Z</dcterms:created>
  <dcterms:modified xsi:type="dcterms:W3CDTF">2026-03-23T08:12:51Z</dcterms:modified>
</cp:coreProperties>
</file>