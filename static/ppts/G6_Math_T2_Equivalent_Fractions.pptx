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 &amp; Simplifying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Fractions &amp; Decimals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fractions that represent the SAME value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= 2/4 = 3/6 = 4/8 = 5/10 — all equal half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numerator AND denominator by the same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divide both by the same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fraction looks different but the VALUE stays the same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Simplifying Fractions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numerator and denominator by their HCF (Highest Common Factor)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6/8: HCF of 6 and 8 is 2 → 6÷2 / 8÷2 = 3/4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simplifying until you can't divide anymore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simplified fraction has no common factors except 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called 'reducing' or writing in 'lowest terms'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fractions: same value, different numbers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or divide BOTH parts by the same number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by dividing by the HCF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give answers in simplest form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Equivalent Fractions &amp; Simplifying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