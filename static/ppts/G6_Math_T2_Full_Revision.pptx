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 &amp; Decimals — Full Revision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Fractions &amp; Decimals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 Basics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(&lt;1), improper (≥1), mixed (whole+fraction). Convert improper→mixed: divide.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Multiply/divide both parts by same number. Simplify using HCF. Compare using common denominator.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Subtract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denominator: add/subtract numerators. Different: find LCM first. Simplify answer.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 &amp; Conversions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× top, bottom × bottom. Cross-cancel first. Mixed → improper first.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(KFC)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first, Flip second, Change to ×. Then multiply normally.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 Conversions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F→D: divide. D→%: ×100. %→F: over 100, simplify. Know key equivalences: ½=50%, ¼=25%.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Fractions: proper, improper, mixed — convert between them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Add/subtract: common denominator. Multiply: straight across. Divide: KFC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using HCF; compare using common denominators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FDP: three forms of the same value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½=0.5=50%, ¼=0.25=25%, ¾=0.75=75%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Fractions &amp; Decimals — Full Revision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