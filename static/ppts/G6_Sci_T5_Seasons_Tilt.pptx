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Seasons &amp; Axial Tilt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5 · Space Science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 We Have Seasons?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Seasons are caused by Earth's axial tilt (23.5°), NOT by distance from the Sun. As Earth orbits, different hemispheres tilt towards or away from the Sun. The tilted hemisphere receives more direct sunlight and has longer days — this is summer. The opposite hemisphere has winter.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Tilt Creates Seasons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June: Northern Hemisphere tilts TOWARDS Sun → summer (longer days, more direct light)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December: Northern Hemisphere tilts AWAY from Sun → winter (shorter days, less direct light)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March/September: neither hemisphere tilts towards Sun → equal day/night (equinox)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Southern Hemisphere has OPPOSITE seasons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equator, there is little seasonal change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Misconception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WRONG: 'Summer is when Earth is closest to the Sun'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is actually closest to Sun in January (Northern Hemisphere winter!)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 in distance is only ~3% — too small to cause seasons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Proof: when it's summer in the Northern Hemisphere, it's winter in the Southern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ALL about the angle of sunlight, not distance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Effect of Angle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sunlight (summer): concentrated on small area → more heating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Angled sunlight (winter): spread over larger area → less heating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also has longer days → more hours of heating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has shorter days → less total heating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Arctic and Antarctic have 24-hour daylight in their summer and 24-hour darkness in winter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Seasons caused by Earth's 23.5° axial tilt, NOT distance from Sun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Tilted towards Sun = summer (direct light, long days)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Tilted away = winter (angled light, short days)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Equinox: equal day and night (March and September)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Northern and Southern Hemispheres have opposite seasons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Seasons &amp; Axial Tilt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