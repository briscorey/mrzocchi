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 &amp; Orbits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the solar system, the Earth-Moon-Sun system, gravity and orbits, stars and galaxies, and space exploration.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Systems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Orientation in Space and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"Models of space systems help us understand our place in the universe and how celestial bodies interact."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太阳系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and everything orbiting it: 8 planets, moons, asteroids, comets.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body orbiting a star. Cleared its orbit of debris. 8 in our solar system.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恒星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ball of gas producing light and heat through nuclear fusion.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curved path of an object around another due to gravity.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 between objects with mass. Keeps planets in orbit and us on Earth.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orbiting a planet. The Moon is a natural satellite; the ISS is artificial.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List the 8 planets in order from the Sun.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Mercury, Venus, Earth, Mars, Jupiter, Saturn, Uranus, Neptune. ('My Very Educated Mother Just Served Us Nachos')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causes day and night?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rotating on its axis (one rotation = 24 hours). The side facing the Sun has day.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causes the seasons?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23.5° axial tilt — NOT distance from the Sun. The tilt changes how directly sunlight hits each hemisphere.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a light year?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light travels in one year (~9.46 trillion km). It's a unit of DISTANCE, not time.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Gravity &amp; Orbits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