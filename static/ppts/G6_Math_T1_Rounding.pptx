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Rounding &amp; Estimation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Number Sense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Round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simplifies numbers while keeping them close to the original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digit to the RIGHT of the place you're rounding to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it's 5 or more → round UP; if it's less than 5 → round DOWN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4,527 rounded to nearest 100 → 4,500 (2 is less than 5, round down)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4,573 rounded to nearest 100 → 4,600 (7 is 5+, round up)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Estimation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numbers BEFORE calculating to get a quick approximate answer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checking if your calculator answer makes sense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487 × 21 ≈ 500 × 20 = 10,000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show your rounded numbers when estimating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is not exact — it gives a reasonable approximation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or more → round up; less than 5 → round down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digit to the RIGHT of your rounding place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= round first, then calculate (quick check)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useful for checking if answers are reasonable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Rounding &amp; Estimation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