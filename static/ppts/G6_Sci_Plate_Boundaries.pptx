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 Boundaries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plates meet, things happen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2A9D8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Japan have so many earthquakes, but Germany almost none?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sits on FOUR tectonic plates. Germany sits in the middle of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 about where these countries sit on a plate map?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where two plates touch?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Nanjing near a plate boundary?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Types of Boundary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— plates move TOWARD each other (collision).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— plates move AWAY from each other (spreading).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— plates slide PAST each other (grinding).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earthquakes and volcanoes happen at plate boundaries.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type determines what landforms are created.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Convergent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plates push together.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plate slides under (subduction).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deep ocean trenches.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powerful earthquakes.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Himalayas — India + Eurasia (why Tibet is so high).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Trench — Pacific plate subducting.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Peninsula shaped by ancient convergent boundaries.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Divergent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plates pull apart.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Magma rises to fill the gap.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ocean floor.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Mid-ocean ridges form underwater.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Mid-Atlantic Ridge — widening ~2.5 cm/year.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African Rift — Africa splitting apart.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Rhine Graben in Germany — an ancient rift valley.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Boundaries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grind past each other sideways.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crust is created or destroyed.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builds up, then releases as earthquakes.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 Andreas Fault (USA) is a famous example.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Tan-Lu Fault near Nanjing is a major transform-style fault — one of Asia's longest.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Plates move together. Can cause subduction.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Plates move apart. New crust forms.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Plates slide past each other. Earthquakes.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plate slides under another.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Boundaries — Divergent, Convergent, Transform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Tectonic Plates — What Are They?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AumSum Time  •  6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Tectonic Plates Move?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TED-Ed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 Boundaries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