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Earth, Sun &amp; Moon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5 · Space Science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Place in Space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orbits the Sun (one orbit = one year = 365.25 days). The Moon orbits Earth (one orbit = ~27.3 days). The Sun is a star — a massive ball of hydrogen and helium undergoing nuclear fusion. It provides the light and heat that makes life possible on Earth.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Earth's Orbit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orbits the Sun in an elliptical (slightly oval) path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Distance: ~150 million km from the Sun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orbit = 365.25 days (the extra 0.25 gives us a leap year every 4 years)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also rotates on its axis once every 24 hours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axis is tilted at 23.5° — this causes the seasons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 is Earth's only natural satellite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Diameter: ~3,474 km (about ¼ of Earth's)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atmosphere, no weather, no liquid water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Surface: craters from asteroid impacts, 'seas' (dark flat areas of solidified lava)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Moon's gravity causes tides on Earth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Moon Phases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Moon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 between Earth and Sun. Dark side faces us. Cannot see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Quarter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Moon is lit (right half). Growing = 'waxing'.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between Sun and Moon. Entire face lit. Brightest phase.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20040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337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Quarter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3749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lit (left half). Shrinking = 'waning'. Cycle takes ~29.5 days.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orbits Sun in 365.25 days; rotates in 24 hours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tilted 23.5° — causes seasons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 orbits Earth in ~27.3 days; phases cycle in ~29.5 days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 phases: new → first quarter → full → last quarter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Moon's gravity causes tides; Sun provides light and heat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Earth, Sun &amp; Moon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