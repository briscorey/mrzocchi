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&amp; Graphs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Presenting and interpreting scientific data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Categorical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 groups (e.g. colours)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Continuous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on a scale (e.g. temperature)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chart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categorical data — bars don't touch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 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continuous data — points connected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Trend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general pattern in data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Anomaly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result that doesn't fit the pattern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Choosing the Right Graph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Chart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CATEGORICAL data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do NOT touch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favourite colour of students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on x-axis, frequency on y-axis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 Graph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CONTINUOUS data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connected by lines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temperature over time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axes show numbers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a Graph — Step by Step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Draw axes with a ruler — x-axis (horizontal), y-axis (vertical).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Label both axes with the variable name AND unit.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Choose a sensible scale — use even numbers, fill the space.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Plot each point carefully with a small cross (×).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Draw a line of best fit or connect the points.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Give your graph a clear title.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graph without labels is like a map without names — useless!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&amp; Describing Graphs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TREND: 'As X increases, Y increases/decreases.'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DATA from the graph to support your description.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any ANOMALIES — results that don't fit the pattern.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values by tracing from the x-axis up and across to the y-axis.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refer to the UNITS when quoting values from a graph.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MYP Criterion B, you need to describe AND explain the pattern.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Data Tables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Headings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with units (e.g. Mass / 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units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Neat, aligned numbers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Messy, scattered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Space for 3 trials + mean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1 trial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 in left column, DV in right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choose the right graph type for my data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draw a graph with labelled axes and a title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describe the trend shown in a graph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identify anomalies in data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organise data in a proper results table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without a graph is hard to understand — a graph tells the story.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&amp; Graphs</dc:title>
  <dc:subject>PptxGenJS Presentation</dc:subject>
  <dc:creator>Mr Zocchi</dc:creator>
  <cp:lastModifiedBy>Mr Zocchi</cp:lastModifiedBy>
  <cp:revision>1</cp:revision>
  <dcterms:created xsi:type="dcterms:W3CDTF">2026-03-24T11:14:11Z</dcterms:created>
  <dcterms:modified xsi:type="dcterms:W3CDTF">2026-03-24T11:14:11Z</dcterms:modified>
</cp:coreProperties>
</file>