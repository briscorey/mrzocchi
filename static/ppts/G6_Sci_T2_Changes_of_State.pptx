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of State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Chemistry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Changing Between States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 can change from one state to another by adding or removing energy (usually heat). These are physical changes — the substance stays the same, only the arrangement and energy of the particles changes. No new substances are formed.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Changes of State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&amp; Freezing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Melting: solid → liquid (add heat). Freezing: liquid → solid (remove heat). Water melts/freezes at 0°C. Particles gain/lose energy to break/form bonds.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&amp; Condensation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Evaporation: liquid → gas (add heat). Condensation: gas → liquid (remove heat). Water boils at 100°C. Evaporation happens at ANY temperature from the surface.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&amp; Deposition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Sublimation: solid → gas directly (skips liquid). Deposition: gas → solid directly. Example: dry ice (solid CO₂) sublimes. Frost forms by deposition.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 and Cooling Curves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heat a substance, temperature rises steadily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melting point, temperature STOPS rising — energy breaks bonds instead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all solid has melted, temperature rises again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flat section at the boiling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sections are where changes of state happen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vs Chemical Change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 are PHYSICAL changes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still the same (water is still H₂O)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changes are reversible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changes form NEW substances (irreversible)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chemical changes: burning, rusting, cooking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Melting, freezing, evaporation, condensation, sublimation, deposition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 are physical changes — reversible, no new substances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added to melt/evaporate, removed to freeze/condense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stays flat during a change of state (energy breaks bonds)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happens at the surface at any temperature; boiling happens throughout at boiling point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of State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