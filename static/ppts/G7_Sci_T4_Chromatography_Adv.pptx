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7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Chromatography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colours and hidden mixtures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C8372D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black marker looks like one colour. But is it really? What happens if you put a dot of black ink on paper and add water?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Chromatography separates substances based on how they travel through a material.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colours might be hidden inside black ink?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different colours travel different distances?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use this to catch a forger who used a different pen?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Chromatography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dot of mixture is placed on paper near the bottom.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is dipped in a solvent (water or ethanol) — NOT touching the dot.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 travels up the paper by capillary action.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substances travel different distances based on their solubility.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soluble = travels further. Less soluble = stays near the start.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Chromatography means 'colour writing' in Greek — it was invented to separate plant pigments.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 Chromatogram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spot = one substance in the mixture.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samples have a spot at the same height, they likely contain the same substance.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value = distance substance moved / distance solvent moved.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is always between 0 and 1.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substance always has the same Rf in the same solvent.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Chromatography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Forensics &amp; Crime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ink samples in forged documents.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doping in Korean/German athletes' urine.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drugs and poisons at crime scenes.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dyes in art forgeries.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Industry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food colourings are safe (Chinese food standards).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pesticides on Korean vegetables.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in German pharmaceutical factories.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water purity in Nanjing treatment plants.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 vs. Other Types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chromatography: simplest, uses paper and water/ethanol.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Thin-layer chromatography (TLC): faster, uses coated glass plate.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chromatography (GC): for gases and volatile liquids. Used in labs worldwide.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HPLC: high performance, used in drug testing at the Olympics.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use paper chromatography in our lab investigation.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Chromatography — How It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FuseSchool  •  4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Chromatography Experiment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Chromatography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Amoeba Sisters  •  6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3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Chromatography</dc:title>
  <dc:subject>PptxGenJS Presentation</dc:subject>
  <dc:creator>Mr Zocchi</dc:creator>
  <cp:lastModifiedBy>Mr Zocchi</cp:lastModifiedBy>
  <cp:revision>1</cp:revision>
  <dcterms:created xsi:type="dcterms:W3CDTF">2026-03-23T08:12:51Z</dcterms:created>
  <dcterms:modified xsi:type="dcterms:W3CDTF">2026-03-23T08:12:51Z</dcterms:modified>
</cp:coreProperties>
</file>