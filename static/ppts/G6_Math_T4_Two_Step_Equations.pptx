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6 MATHEMATICS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Solving Two-Step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Equations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moves to find the unknown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Zocchi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D35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0" y="182880"/>
            <a:ext cx="2286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0" b="1" dirty="0">
                <a:solidFill>
                  <a:srgbClr val="2A9D8F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16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6858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spent ¥47 on lunch: a bowl of duck blood noodle soup for ¥20 and 3 baozi. How much was each baozi?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needs TWO steps: first deal with the soup, then divide by the number of baozi.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7315200" cy="1645920"/>
          </a:xfrm>
          <a:prstGeom prst="rect">
            <a:avLst/>
          </a:prstGeom>
          <a:solidFill>
            <a:srgbClr val="24366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246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— Pair — Share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566160"/>
            <a:ext cx="6949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write this as an equation? (20 + 3b = 47)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part do you 'undo' first?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can't you divide by 3 first?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95528"/>
            <a:ext cx="9144000" cy="2743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Steps, Two Inverses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3x + 5 = 20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Undo the +5 → 3x = 15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Undo the ×3 → x = 5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deal with + or − FIRST, then × or ÷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 reverse BIDMAS!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4114800"/>
            <a:ext cx="7863840" cy="731520"/>
          </a:xfrm>
          <a:prstGeom prst="rect">
            <a:avLst/>
          </a:prstGeom>
          <a:solidFill>
            <a:srgbClr val="E8F5F3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4114800"/>
            <a:ext cx="64008" cy="7315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16052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Baozi problem: 20 + 3b = 47 → 3b = 27 → b = 9. Each baozi costs ¥9.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95528"/>
            <a:ext cx="9144000" cy="2743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Worked Examples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4y − 7 = 13 → 4y = 20 → y = 5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 + 3) ÷ 2 = 8 → x + 3 = 16 → x = 13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 + 10 = 30 → 2n = 20 → n = 10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check: 2(10) + 10 = 30 ✓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95528"/>
            <a:ext cx="9144000" cy="2743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Real-World Two-Step Equations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3931920" cy="6400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887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&amp; Transport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Korean BBQ: 15000p + 5000 = 80000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Nanjing taxi: 11 + 2.4(d−3) = 35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 cinema: 2t + 3 = 19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05840"/>
            <a:ext cx="3931920" cy="64008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1887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169164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15000p = 75000 → p = 5 people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2.4(d−3) = 24 → d−3 = 10 → d = 13 km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2t = 16 → t = 8 tickets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95528"/>
            <a:ext cx="9144000" cy="2743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Recommended Videos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these on YouTube to learn more.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64008" cy="10515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88720" y="130759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 Two-Step Equations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169164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Corbettmaths  •  5 min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423160"/>
            <a:ext cx="64008" cy="10515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88720" y="249631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Two-Step Equations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288036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Antics  •  8 min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61188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611880"/>
            <a:ext cx="64008" cy="10515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188720" y="368503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Harder Equations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406908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Cognito  •  5 min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&amp; Practise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Solving Two-Step Equations</dc:title>
  <dc:subject>PptxGenJS Presentation</dc:subject>
  <dc:creator>Mr Zocchi</dc:creator>
  <cp:lastModifiedBy>Mr Zocchi</cp:lastModifiedBy>
  <cp:revision>1</cp:revision>
  <dcterms:created xsi:type="dcterms:W3CDTF">2026-03-23T07:47:18Z</dcterms:created>
  <dcterms:modified xsi:type="dcterms:W3CDTF">2026-03-23T07:47:18Z</dcterms:modified>
</cp:coreProperties>
</file>