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280160"/>
            <a:ext cx="7772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Scientific Skills — Full Revision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274320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G6 Science · Term 1 Review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43891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 · mrzocchi.com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Lab Safety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wear PPE (goggles, gloves, lab coat) when instructed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hazard symbols: flammable, corrosive, toxic, irritant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ALL accidents immediately to your teacher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eat, drink, or run in the lab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4754880"/>
            <a:ext cx="8046720" cy="9144"/>
          </a:xfrm>
          <a:prstGeom prst="rect">
            <a:avLst/>
          </a:prstGeom>
          <a:solidFill>
            <a:srgbClr val="F3F1EE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B9690"/>
                </a:solidFill>
              </a:rPr>
              <a:t>mrzocchi.com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Scientific Method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→ Research → Hypothesis → Experiment → Analyse → Conclude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Hypothesis format: If... then... because...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fair test changes only ONE variable (the IV)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 must be based on evidence from data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4754880"/>
            <a:ext cx="8046720" cy="9144"/>
          </a:xfrm>
          <a:prstGeom prst="rect">
            <a:avLst/>
          </a:prstGeom>
          <a:solidFill>
            <a:srgbClr val="F3F1EE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B9690"/>
                </a:solidFill>
              </a:rPr>
              <a:t>mrzocchi.com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Variables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Variable (IV): what you CHANGE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Dependent Variable (DV): what you MEASURE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Variables (CV): what you keep the SAME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fair test = only one IV, everything else controlled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4754880"/>
            <a:ext cx="8046720" cy="9144"/>
          </a:xfrm>
          <a:prstGeom prst="rect">
            <a:avLst/>
          </a:prstGeom>
          <a:solidFill>
            <a:srgbClr val="F3F1EE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B9690"/>
                </a:solidFill>
              </a:rPr>
              <a:t>mrzocchi.com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Measurement &amp; Data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SI units: metres, grams, litres, °C, seconds, Newtons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multiple readings → calculate the mean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scales at eye level to avoid parallax error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Tables: IV left, DV right, units in headings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4754880"/>
            <a:ext cx="8046720" cy="9144"/>
          </a:xfrm>
          <a:prstGeom prst="rect">
            <a:avLst/>
          </a:prstGeom>
          <a:solidFill>
            <a:srgbClr val="F3F1EE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B9690"/>
                </a:solidFill>
              </a:rPr>
              <a:t>mrzocchi.com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first — PPE, hazard symbols, reporting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Scientific method is a repeatable process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types of variable: IV, DV, CV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Accurate measurement + clear data presentation = good science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</a:rPr>
              <a:t>mrzocchi.com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Scientific Skills — Full Revision</dc:title>
  <dc:subject>PptxGenJS Presentation</dc:subject>
  <dc:creator>Mr Zocchi</dc:creator>
  <cp:lastModifiedBy>Mr Zocchi</cp:lastModifiedBy>
  <cp:revision>1</cp:revision>
  <dcterms:created xsi:type="dcterms:W3CDTF">2026-03-23T03:53:56Z</dcterms:created>
  <dcterms:modified xsi:type="dcterms:W3CDTF">2026-03-23T03:53:56Z</dcterms:modified>
</cp:coreProperties>
</file>