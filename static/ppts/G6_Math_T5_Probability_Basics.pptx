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Probability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 · Mr Zocchi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5 · Probability &amp; Statistics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914400"/>
            <a:ext cx="91440" cy="3200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0972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Likely Is It?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measures how likely an event is to happen. It is always between 0 (impossible) and 1 (certain). We can express probability as a fraction, decimal, or percentage. Example: the probability of flipping heads on a fair coin is ½ = 0.5 = 50%.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Probability Scale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impossible (rolling 7 on a normal die)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probability = unlikely (winning the lottery)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= even chance (flipping heads)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probability = likely (sun rising tomorrow)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certain (a day having 24 hours)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of all outcomes always add up to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3716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Probability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P(event) = number of favourable outcomes ÷ total number of possible outcomes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Die: P(rolling a 3) = 1/6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Die: P(even number) = 3/6 = 1/2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Cards: P(heart) = 13/52 = 1/4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 with 3 red, 2 blue: P(red) = 3/5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the thing you're measuring (e.g. rolling a 6)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one possible result (e.g. rolling a 1, 2, 3, 4, 5, or 6)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space: all possible outcomes (e.g. {1, 2, 3, 4, 5, 6})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Fair: each outcome is equally likely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Biased: some outcomes are more likely than others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Random: each outcome has an equal chance of occurring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= favourable outcomes ÷ total outcomes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0 (impossible) to 1 (certain)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as fraction, decimal, or percentage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probabilities of outcomes add to 1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= equally likely; biased = some more likely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Probability</dc:title>
  <dc:subject>PptxGenJS Presentation</dc:subject>
  <dc:creator>Mr Zocchi</dc:creator>
  <cp:lastModifiedBy>Mr Zocchi</cp:lastModifiedBy>
  <cp:revision>1</cp:revision>
  <dcterms:created xsi:type="dcterms:W3CDTF">2026-03-23T04:01:17Z</dcterms:created>
  <dcterms:modified xsi:type="dcterms:W3CDTF">2026-03-23T04:01:17Z</dcterms:modified>
</cp:coreProperties>
</file>