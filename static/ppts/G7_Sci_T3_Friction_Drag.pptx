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 &amp; Drag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types of forces, balanced and unbalanced forces, friction and drag, calculating speed, and understanding pressure.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the relationships between forces and motion helps us design and innovate technologies."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or pull that can change an object's speed, direction, or shape. Measured in Newtons (N).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 of attraction between any objects with mass. Pulls everything towards Earth's centre.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摩擦力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 opposing motion between two surfaces. Converts kinetic energy to heat.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Resistance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空气阻力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between an object and the air. Increases with speed and surface area.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Forces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forces in opposite directions. Resultant force = 0. Object stays still or at constant speed.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Unbalanced Forces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不平衡力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not equal. There is a resultant force causing acceleration or deceleration.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a force?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or pull that can change an object's speed, direction, or shape. Measured in Newtons (N).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types of force.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Gravity, friction, air resistance, tension, normal (contact/reaction), magnetic, electrostatic.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happens when forces are balanced?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force = 0. The object stays still or continues at constant speed (Newton's 1st Law).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car has 5000N driving force and 3000N friction. What is the resultant force?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5000 − 3000 = 2000N forward. The car accelerates.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Friction &amp; Drag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