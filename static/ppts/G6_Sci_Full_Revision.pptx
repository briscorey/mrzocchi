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 Science Revision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 for your assessment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9D8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Earth's Layers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Layers — Quick Reference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outer shell; oceanic (thin, dense) vs continental (thick, less dense)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(flows slowly)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Thickest layer (84% of Earth); drives plate tectonics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 &amp; nickel; creates magnetic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Hottest layer; solid due to extreme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9D8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Convection Currents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Convection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rock rises (less dense) → spreads sideways → cools → sinks (denser) → repeats.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source: radioactive decay in the core.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is the MECHANISM that moves plates.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move 2–10 cm per year.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9D8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 Boundaries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Boundary Types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crust, ridges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Mid-Atlantic 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Together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Subduction, mountains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Andes, Himalayas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Andreas 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9D8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Continental Drift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Wegener &amp; Pangaea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Pangaea = supercontinent ~300 million years ago.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fossils, rocks, coastline shapes, climate.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because no mechanism (HOW).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1960s: sea-floor spreading provided the missing mechanism.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9D8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Chain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heat → convection → plate movement → boundary interactions → surface features.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CHANGE — Earth is a dynamic, constantly changing system.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change is incredibly slow but relentless.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200 million years ago looked completely different.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 Science — Full Revision</dc:title>
  <dc:subject>PptxGenJS Presentation</dc:subject>
  <dc:creator>Mr Zocchi</dc:creator>
  <cp:lastModifiedBy>Mr Zocchi</cp:lastModifiedBy>
  <cp:revision>1</cp:revision>
  <dcterms:created xsi:type="dcterms:W3CDTF">2026-03-21T11:56:04Z</dcterms:created>
  <dcterms:modified xsi:type="dcterms:W3CDTF">2026-03-21T11:56:04Z</dcterms:modified>
</cp:coreProperties>
</file>