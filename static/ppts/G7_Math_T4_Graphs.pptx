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Plotting Linear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mx + c — the equation of a straight line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C8372D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Nanjing taxi charges 11 yuan base + 2.40 yuan per km. A Seoul taxi charges 4,800 won base + 1,000 won per km. If you graph both, what do the lines tell you?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linear equation produces a straight line. The slope and starting point tell the whole story.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starting point (y-intercept) represent?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steepness (gradient) represent?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would the two lines cross? What would that mean?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= mx + c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gradient (slope) — how steep the line is.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y-intercept — where the line crosses the y-axis.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2x + 3: gradient 2, crosses y-axis at 3.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gradient → line goes UP (left to right).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gradient → line goes DOWN (left to right).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Taxi: C = 2.4d + 11. Gradient = 2.40 (cost per km). Intercept = 11 (base charge).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Plotting a Line — Method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Make a table of values (pick 3–5 x values).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Substitute each x into the equation to find 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Plot the coordinate pairs (x, y) on a grid.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Join with a straight line using a ruler.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Label your line with its equation.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y = 2x + 1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2(-2)+1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(-2, -3)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2(0)+1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(0, 1)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2(1)+1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(1, 3)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2(3)+1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(3, 7)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Gradient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 Tells You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2 → for every 1 right, go 2 up.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−1 → for every 1 right, go 1 down.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0.5 → gentle slope upward.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0 → flat horizontal line (constant).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Gradients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 taxi: m = 2.40 (yuan per km).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taxi: m = 1000 (won per km).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electricity: m = 0.32 (euro per kWh).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Steeper gradient = faster rate of change.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&amp; Perpendicular Lines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lines have the SAME gradient but different intercepts.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3x + 1 and y = 3x − 5 are parallel (both m = 3).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lines have different gradients, they will CROSS somewhere.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crossing point = the solution to both equations simultaneously.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 taxi vs Seoul taxi: where the lines cross = the distance where costs are equal.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Interpreting Graphs in Context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of Nanjing temperature over a year → gradient changes with seasons.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of Korean won vs Chinese yuan exchange rate → gradient = exchange rate.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of Berlin rent vs apartment size → gradient = price per m².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y-intercept often represents a 'starting cost' or 'base value'.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gradient tells you the 'rate of change'.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straight-line graph tells a story. Learn to read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84124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y = mx + 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7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212848"/>
            <a:ext cx="822960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212848"/>
            <a:ext cx="64008" cy="84124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04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2860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 of a Straight Line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67004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6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191256"/>
            <a:ext cx="822960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91256"/>
            <a:ext cx="64008" cy="84124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826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264408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Graphs — Gradient &amp; Intercept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3648456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169664"/>
            <a:ext cx="822960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169664"/>
            <a:ext cx="64008" cy="84124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188720" y="4242816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Graphing Linear Equations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88720" y="4626864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Antics  •  10 min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Plotting Linear Graphs</dc:title>
  <dc:subject>PptxGenJS Presentation</dc:subject>
  <dc:creator>Mr Zocchi</dc:creator>
  <cp:lastModifiedBy>Mr Zocchi</cp:lastModifiedBy>
  <cp:revision>1</cp:revision>
  <dcterms:created xsi:type="dcterms:W3CDTF">2026-03-23T08:04:37Z</dcterms:created>
  <dcterms:modified xsi:type="dcterms:W3CDTF">2026-03-23T08:04:37Z</dcterms:modified>
</cp:coreProperties>
</file>