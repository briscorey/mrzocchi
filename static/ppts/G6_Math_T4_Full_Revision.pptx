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365760"/>
            <a:ext cx="1097280" cy="365760"/>
          </a:xfrm>
          <a:prstGeom prst="roundRect">
            <a:avLst>
              <a:gd name="adj" fmla="val 25000"/>
            </a:avLst>
          </a:prstGeom>
          <a:solidFill>
            <a:srgbClr val="2A9D8F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36576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Revision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457200" y="3840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We're Learning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8872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14400" y="114300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learning to write algebraic expressions, substitute values, solve one-step and two-step equations, and explore number patterns.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78308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173736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Concept: Logic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320040" cy="320040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237744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14400" y="233172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Context: Identities and Relationships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320040" cy="320040"/>
          </a:xfrm>
          <a:prstGeom prst="ellipse">
            <a:avLst/>
          </a:prstGeom>
          <a:solidFill>
            <a:srgbClr val="E5E2D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9718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2926080"/>
            <a:ext cx="7772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"Logic helps us generalise relationships and solve problems using algebraic representations."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Variable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变量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letter that represents an unknown number. e.g. x, n, y.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Expression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代数式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combination of numbers, variables, and operations. e.g. 3x + 5. No equals sign.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Equation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方程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mathematical statement with an equals sign. e.g. 2x + 3 = 11.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Coefficient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in front of a variable. In 5x, the coefficient is 5.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Constant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常数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on its own (not multiplied by a variable). In 3x + 7, the constant is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Vocabulary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Substitute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代入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 variable with a number to evaluate an expression. If x=3, then 2x+1 = 7.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What does 4n mean?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× n — a number next to a letter means multiply.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Write an expression for: five more than a number x.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+ 5.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If x = 6, what is 3x − 4?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— substitute: 3(6) − 4 = 18 − 4 = 14.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Check Your Understanding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1828800" cy="27432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1188720"/>
            <a:ext cx="8229600" cy="1371600"/>
          </a:xfrm>
          <a:prstGeom prst="roundRect">
            <a:avLst>
              <a:gd name="adj" fmla="val 10000"/>
            </a:avLst>
          </a:prstGeom>
          <a:solidFill>
            <a:srgbClr val="FAF8F5"/>
          </a:solidFill>
          <a:ln w="12700">
            <a:solidFill>
              <a:srgbClr val="E5E2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❓  Simplify: 7a + 2a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8229600" cy="1463040"/>
          </a:xfrm>
          <a:prstGeom prst="roundRect">
            <a:avLst>
              <a:gd name="adj" fmla="val 9375"/>
            </a:avLst>
          </a:prstGeom>
          <a:solidFill>
            <a:srgbClr val="E8F5F3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926080"/>
            <a:ext cx="54864" cy="146304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92608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9a — add the coefficients of like terms.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0" y="47548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38912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Keep Practising!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Self-Quiz on mrzocchi.com to test yourself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Revision</dc:title>
  <dc:subject>PptxGenJS Presentation</dc:subject>
  <dc:creator>Mr Zocchi — mrzocchi.com</dc:creator>
  <cp:lastModifiedBy>Mr Zocchi — mrzocchi.com</cp:lastModifiedBy>
  <cp:revision>1</cp:revision>
  <dcterms:created xsi:type="dcterms:W3CDTF">2026-03-22T06:54:46Z</dcterms:created>
  <dcterms:modified xsi:type="dcterms:W3CDTF">2026-03-22T06:54:46Z</dcterms:modified>
</cp:coreProperties>
</file>