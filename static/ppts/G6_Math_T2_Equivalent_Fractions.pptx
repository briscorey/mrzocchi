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 &amp; Simplifying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Fractions &amp; Decimals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Value, Different Look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fractions have the same value but different numerators and denominators. Example: ½ = ²⁄₄ = ³⁄₆ = ⁵⁄₁₀. They all represent the same amount. You can create equivalent fractions by multiplying or dividing both the numerator and denominator by the same number.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Equivalent Fractions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top and bottom by the same number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²⁄₃ = ⁴⁄₆ = ⁶⁄₉ = ⁸⁄₁₂ (×2, ×3, ×4)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check: if you can simplify back to the original, they're equivalent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multiply to check: ²⁄₃ = ⁴⁄₆ → 2×6 = 3×4 → 12 = 12 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Simplifying Fractions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BOTH top and bottom by the same number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HCF (highest common factor) and divide by it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⁸⁄₁₂: HCF of 8 and 12 = 4 → ⁸⁄₁₂ ÷ ⁴⁄₄ = ²⁄₃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in simplest form has HCF = 1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final answer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Fractions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denominator: compare numerators directly. ³⁄₇ vs ⁵⁄₇ → ³⁄₇ &lt; ⁵⁄₇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denominators: find a common denominator first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²⁄₃ vs ³⁄₄: common denominator = 12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²⁄₃ = ⁸⁄₁₂ and ³⁄₄ = ⁹⁄₁₂ → ⁸⁄₁₂ &lt; ⁹⁄₁₂ → ²⁄₃ &lt; ³⁄₄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convert to decimals: ²⁄₃ = 0.667, ³⁄₄ = 0.75 → ²⁄₃ &lt; ³⁄₄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Equivalent: multiply/divide both numerator and denominator by same number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Simplify: divide both by HCF until HCF = 1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find common denominator, then compare numerators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Cross-multiply to check equivalence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final answers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Equivalent Fractions &amp; Simplifying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