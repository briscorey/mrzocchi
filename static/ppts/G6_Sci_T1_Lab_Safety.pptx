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Safety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· Scientific Skills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Lab Safety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labs contain chemicals, heat, and equipment that can cause injury if misused. Following safety rules protects you AND your classmates. Every scientist — from Grade 6 students to NASA researchers — follows strict safety procedures.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Lab Rules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back long hair. Remove dangling jewelry. Wear closed-toe shoes. Put on safety goggles before handling chemicals.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running, eating, or drinking in the lab. Never taste or smell chemicals directly. Follow teacher instructions at all times.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glassware for cracks before use. Carry microscopes with two hands. Never point a test tube at anyone when heating.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Hazard Symbols You Must Know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Flammable — catches fire easily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Corrosive — burns skin or eyes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— poisonous if swallowed, inhaled, or absorbed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Irritant — causes redness, itching, or swelling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Oxidising — makes fires burn more intensely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 an Emergency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teacher IMMEDIATELY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the fire extinguisher, eye wash station, and first aid kit are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chemicals splash on skin, wash with water for 15 minutes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clothing catches fire: STOP, DROP, ROLL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Clean-Up Procedures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all equipment and return to correct 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down bench surfaces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your hands thoroughly with soap and water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of chemicals ONLY in designated containers — NEVER down the sink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spills, breakages, or injuries to the teacher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wear safety goggles when handling chemicals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safety equipment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eat, drink, or run in the lab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accidents to the teacher immediately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properly after every experiment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Safety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