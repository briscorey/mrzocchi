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Shape 2"/>
          <p:cNvSpPr/>
          <p:nvPr/>
        </p:nvSpPr>
        <p:spPr>
          <a:xfrm>
            <a:off x="6858000" y="-1371600"/>
            <a:ext cx="4572000" cy="4572000"/>
          </a:xfrm>
          <a:prstGeom prst="ellipse">
            <a:avLst/>
          </a:prstGeom>
          <a:solidFill>
            <a:srgbClr val="2A9D8F">
              <a:alpha val="1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914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SCIENCE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1463040"/>
            <a:ext cx="68580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Particle Model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made of tiny particles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4297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051560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05156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Particle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377440" y="10515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 piece of matter (atom or molecule)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1051560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051560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05156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Matter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0" y="10515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that has mass and takes up space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1819656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31520" y="1819656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1819656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377440" y="1819656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Solid, liquid, or gas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54880" y="1819656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54880" y="1819656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0" name="Text 18"/>
          <p:cNvSpPr/>
          <p:nvPr/>
        </p:nvSpPr>
        <p:spPr>
          <a:xfrm>
            <a:off x="4937760" y="1819656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Arrangement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0" y="1819656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particles are organised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31520" y="2587752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31520" y="2587752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2587752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Energy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2377440" y="2587752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particles move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754880" y="2587752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754880" y="2587752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8" name="Text 26"/>
          <p:cNvSpPr/>
          <p:nvPr/>
        </p:nvSpPr>
        <p:spPr>
          <a:xfrm>
            <a:off x="4937760" y="2587752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Temperature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00800" y="2587752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measure of particle energy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Key Ideas of the Particle Model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051560"/>
            <a:ext cx="7680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matter is made of very tiny particles (atoms and molecules).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Particles are always MOVING — they never stop.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temperature = particles move FASTER.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Particles have SPACES between them.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Particles attract each other — this is why solids hold their shape.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cannot see individual particles — they are far too small.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206240"/>
            <a:ext cx="7680960" cy="64008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42519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 </a:t>
            </a:r>
            <a:pPr indent="0" marL="0">
              <a:buNone/>
            </a:pPr>
            <a:r>
              <a:rPr lang="en-US" sz="12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particle model explains WHY matter behaves the way it does.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Particles in Three States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40080" y="1051560"/>
            <a:ext cx="246888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051560"/>
            <a:ext cx="246888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23444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Solid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1737360"/>
            <a:ext cx="219456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Particles packed tightly together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Vibrate in fixed positions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forces between particles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shape and volume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be compressed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46888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46120" y="1051560"/>
            <a:ext cx="2468880" cy="54864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12" name="Text 10"/>
          <p:cNvSpPr/>
          <p:nvPr/>
        </p:nvSpPr>
        <p:spPr>
          <a:xfrm>
            <a:off x="3383280" y="123444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Liquid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383280" y="1737360"/>
            <a:ext cx="219456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Particles close but can slide past each other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randomly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Weaker forces than solids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volume but takes shape of container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be compressed easily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852160" y="1051560"/>
            <a:ext cx="246888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852160" y="1051560"/>
            <a:ext cx="2468880" cy="54864"/>
          </a:xfrm>
          <a:prstGeom prst="rect">
            <a:avLst/>
          </a:prstGeom>
          <a:solidFill>
            <a:srgbClr val="9B9690"/>
          </a:solidFill>
          <a:ln/>
        </p:spPr>
      </p:sp>
      <p:sp>
        <p:nvSpPr>
          <p:cNvPr id="16" name="Text 14"/>
          <p:cNvSpPr/>
          <p:nvPr/>
        </p:nvSpPr>
        <p:spPr>
          <a:xfrm>
            <a:off x="5989320" y="123444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989320" y="1737360"/>
            <a:ext cx="219456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Particles spread far apart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fast in all directions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weak forces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fixed shape or volume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be compressed easily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Model Explains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1051560"/>
            <a:ext cx="384048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051560"/>
            <a:ext cx="384048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1887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Explains Well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1691640"/>
            <a:ext cx="338328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solids hold their shape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liquids flow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gases spread out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heating makes things expand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754880" y="1051560"/>
            <a:ext cx="384048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051560"/>
            <a:ext cx="3840480" cy="54864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12" name="Text 10"/>
          <p:cNvSpPr/>
          <p:nvPr/>
        </p:nvSpPr>
        <p:spPr>
          <a:xfrm>
            <a:off x="4983480" y="11887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Limitations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83480" y="1691640"/>
            <a:ext cx="338328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Particles are not solid spheres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particles have different sizes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simplified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doesn't show molecular structure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Particle Movement &amp; Temperature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051560"/>
            <a:ext cx="7680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higher temperatures, particles move FASTER and have MORE energy.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lower temperatures, particles slow down.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absolute zero (−273°C), particles have minimum energy.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heat a solid, particles vibrate more until bonds break → it melts.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heat a liquid, particles move faster until they escape → it evaporates.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206240"/>
            <a:ext cx="7680960" cy="64008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42519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 </a:t>
            </a:r>
            <a:pPr indent="0" marL="0">
              <a:buNone/>
            </a:pPr>
            <a:r>
              <a:rPr lang="en-US" sz="12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is a measure of the average kinetic energy of particles.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5156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34440" y="105156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describe particle arrangement in solids, liquids, and gases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1554480"/>
            <a:ext cx="7680960" cy="438912"/>
          </a:xfrm>
          <a:prstGeom prst="rect">
            <a:avLst/>
          </a:prstGeom>
          <a:solidFill>
            <a:srgbClr val="F8F6F3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155448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34440" y="155448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know that particles are always moving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2057400"/>
            <a:ext cx="7680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05740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34440" y="205740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understand that higher temperature means faster particles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2560320"/>
            <a:ext cx="7680960" cy="438912"/>
          </a:xfrm>
          <a:prstGeom prst="rect">
            <a:avLst/>
          </a:prstGeom>
          <a:solidFill>
            <a:srgbClr val="F8F6F3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256032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34440" y="256032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the particle model to explain everyday observations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31520" y="3063240"/>
            <a:ext cx="7680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306324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234440" y="306324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know the limitations of the particle model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31520" y="3749040"/>
            <a:ext cx="7680960" cy="59436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14400" y="374904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 </a:t>
            </a:r>
            <a:pPr indent="0" marL="0">
              <a:buNone/>
            </a:pPr>
            <a:r>
              <a:rPr lang="en-US" sz="12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particle model is one of the most important ideas in all of science.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Shape 2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2A9D8F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31089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Self-Quiz, Review Games, and Practice Builder to test yourself.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Particle Model</dc:title>
  <dc:subject>PptxGenJS Presentation</dc:subject>
  <dc:creator>Mr Zocchi</dc:creator>
  <cp:lastModifiedBy>Mr Zocchi</cp:lastModifiedBy>
  <cp:revision>1</cp:revision>
  <dcterms:created xsi:type="dcterms:W3CDTF">2026-03-24T11:14:12Z</dcterms:created>
  <dcterms:modified xsi:type="dcterms:W3CDTF">2026-03-24T11:14:12Z</dcterms:modified>
</cp:coreProperties>
</file>