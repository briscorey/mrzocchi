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09728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Particle Model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6 Science · Mr Zocchi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31520" y="3474720"/>
            <a:ext cx="2011680" cy="411480"/>
          </a:xfrm>
          <a:prstGeom prst="roundRect">
            <a:avLst>
              <a:gd name="adj" fmla="val 17778"/>
            </a:avLst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347472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2 · Chemistry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1371600" y="914400"/>
            <a:ext cx="6400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71600" y="914400"/>
            <a:ext cx="91440" cy="32004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6" name="Text 4"/>
          <p:cNvSpPr/>
          <p:nvPr/>
        </p:nvSpPr>
        <p:spPr>
          <a:xfrm>
            <a:off x="1828800" y="1097280"/>
            <a:ext cx="5669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Everything is Made of Particles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828800" y="1828800"/>
            <a:ext cx="56692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matter is made up of tiny particles too small to see. These particles are always moving. The particle model helps us explain the properties of solids, liquids, and gases — including why ice floats on water and why you can smell perfume across a room.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Particles in Each State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packed tightly in a regular pattern. They vibrate in fixed positions but cannot move around. Strong forces hold them together. Fixed shape and volume.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184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9184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1" name="Text 9"/>
          <p:cNvSpPr/>
          <p:nvPr/>
        </p:nvSpPr>
        <p:spPr>
          <a:xfrm>
            <a:off x="342900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42900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close together but arranged randomly. They can slide past each other. Weaker forces than solids. Fixed volume but takes the shape of the container.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126480" y="11887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26480" y="1188720"/>
            <a:ext cx="256032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15" name="Text 13"/>
          <p:cNvSpPr/>
          <p:nvPr/>
        </p:nvSpPr>
        <p:spPr>
          <a:xfrm>
            <a:off x="6263640" y="1325880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263640" y="1737360"/>
            <a:ext cx="22860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far apart, moving quickly in all directions. Very weak forces between them. No fixed shape or volume — fills the entire container.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0" y="470916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Particle Properties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188720"/>
            <a:ext cx="38404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in solids vibrate — they have kinetic energy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gives particles MORE energy — they move faster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higher the temperature, the faster the particles move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Particles are too small to see, even with a microscope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spaces between gas particles are much larger than the particles themselves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846320" y="1188720"/>
            <a:ext cx="3840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2DC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846320" y="1188720"/>
            <a:ext cx="384048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8" name="Text 6"/>
          <p:cNvSpPr/>
          <p:nvPr/>
        </p:nvSpPr>
        <p:spPr>
          <a:xfrm>
            <a:off x="5120640" y="1371600"/>
            <a:ext cx="3291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= particles spreading from high to low concentration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smell of perfume spreads across a room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Happens faster at higher temperatures (particles move faster)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Happens in liquids and gases, NOT solids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that particles are always moving randomly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9C46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matter is made of tiny, constantly moving particles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Solids: regular, vibrate in place. Liquids: close, slide past. Gases: far apart, fast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Heating increases particle energy and speed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Diffusion: particles spread from high to low concentration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is faster at higher temperatures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45720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C4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Particle Model</dc:title>
  <dc:subject>PptxGenJS Presentation</dc:subject>
  <dc:creator>Mr Zocchi</dc:creator>
  <cp:lastModifiedBy>Mr Zocchi</cp:lastModifiedBy>
  <cp:revision>1</cp:revision>
  <dcterms:created xsi:type="dcterms:W3CDTF">2026-03-23T04:01:17Z</dcterms:created>
  <dcterms:modified xsi:type="dcterms:W3CDTF">2026-03-23T04:01:17Z</dcterms:modified>
</cp:coreProperties>
</file>