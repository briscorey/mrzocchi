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Webs &amp; Energy Transfer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ecosystem structure, food webs and energy transfer, population dynamics, and how human activity impacts the natural world.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systems in nature maintain balance helps us evaluate the consequences of human actions."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生态系统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organisms and non-living factors in an area, interacting together.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factors: predators, prey, competition, disease, food availability.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factors: temperature, light, water, soil pH, wind.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its own food by photosynthesis. The base of every food chain.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energy by eating other organisms. Primary, secondary, tertiary.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分解者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dead matter, recycling nutrients back to the soil.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biotic and abiotic factors?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(predators, prey, disease). Abiotic = non-living (temperature, water, light, soil).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do food chains rarely have more than 4-5 trophic levels?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 (rest lost as heat through respiration). By level 5, there's barely any energy left.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pesticide kills insects in a food web. Predict what happens to the bird population.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population decreases — their food source (insects) has been removed. Knock-on effects ripple through the web.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three human activities that reduce biodiversity?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 (air/water/soil), overfishing, urbanisation, introduction of invasive species, climate change.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Webs &amp; Energy Transfer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