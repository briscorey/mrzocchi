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Impact on Ecosystems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3 · Biology — Ecology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how humans negatively impact ecosystems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causes and effects of pollution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the impact of deforestation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Ways Humans Impact Ecosystems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Deforestation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Clearing forests for farming, wood, development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Pollution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(CO₂, SO₂), water (sewage, chemicals), land (plastic, waste)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Overfishing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Removing fish faster than populations can recover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Habitat destruction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Building, mining, draining wetlands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change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warming from greenhouse gas emissions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Effects of Deforestation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Loss of biodiversity — habitats destroyed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Increased CO₂ — fewer trees to absorb it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Soil erosion — tree roots no longer hold soil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Flooding — less water absorption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Indigenous communities displaced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52578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5303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Loss of potential medicines from undiscovered species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Deforestation  砍伐森林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Clearing forests for other land uses.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Pollution  污染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Harmful substances released into the environment.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Biodiversity  生物多样性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variety of different species in an area.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Greenhouse Gas  温室气体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 that traps heat in atmosphere (CO₂, methane).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Extinction  灭绝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last individual of a species dies.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Overfishing  过度捕捞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Catching fish faster than populations can recover.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Name three ways humans damage ecosystems.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Deforestation, pollution, overfishing, habitat destruction (any three).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How does deforestation increase CO₂ levels?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Fewer trees to absorb CO₂ through photosynthesis; burning trees releases stored CO₂.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What is biodiversity?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variety of different species living in an area.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Why is plastic pollution a problem?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Plastic takes hundreds of years to decompose, harms wildlife, enters food chains.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impact ecosystems through deforestation, pollution, overfishing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Deforestation causes biodiversity loss, increased CO₂, soil erosion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Pollution affects air, water, and land — harms organisms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change from greenhouse gases threatens all ecosystems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Biodiversity loss reduces ecosystem resilience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Human Impact on Ecosystems</dc:title>
  <dc:subject>PptxGenJS Presentation</dc:subject>
  <dc:creator>Mr Zocchi</dc:creator>
  <cp:lastModifiedBy>Mr Zocchi</cp:lastModifiedBy>
  <cp:revision>1</cp:revision>
  <dcterms:created xsi:type="dcterms:W3CDTF">2026-03-24T11:35:32Z</dcterms:created>
  <dcterms:modified xsi:type="dcterms:W3CDTF">2026-03-24T11:35:32Z</dcterms:modified>
</cp:coreProperties>
</file>