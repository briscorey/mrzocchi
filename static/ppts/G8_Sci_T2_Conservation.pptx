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Physics — Energy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law of conservation of energy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efficiency of energy transfers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no device is 100% efficient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total amount of energy in the universe never changes.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Energy cannot be created or destroyed — only transferred between stores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total energy before = total energy after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is one of the most fundamental laws of physics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In any transfer, some energy is always dissipated as heat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'wasted' energy makes the surroundings slightly warmer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useful energy output compared to total input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useful output ÷ total input × 100%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less than 100%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energy always wasted as heat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vs filament bulb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~90% efficient; filament ~5% efficient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waste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Insulation, lubrication, streamlining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Conservation  守恒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cannot be created or destroyed.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 效率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output ÷ total input × 100%.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Dissipated  耗散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energy spread to surroundings as heat.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Energy  有用能量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energy output you actually want.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Energy  浪费能量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output you don't want (usually heat/sound).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Joule (J)  焦耳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 unit of energy.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Calculating Efficiency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light bulb uses 100 J of electrical energy. It produces 5 J of light. What is its efficiency?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useful output ÷ total input × 100%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5 ÷ 100 × 100%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5%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means 95 J is wasted as heat — very inefficient!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State the law of conservation of energy.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Energy cannot be created or destroyed, only transferred between stores.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A motor uses 200 J and does 150 J of useful work. Efficiency?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150 ÷ 200 × 100 = 75%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is no machine 100% efficient?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Some energy is always dissipated as heat due to friction.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How can efficiency be improved?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Lubrication (reduce friction), insulation (reduce heat loss), streamlining.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cannot be created or destroyed — only transferred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useful output ÷ total input × 100%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is 100% efficient — energy is always dissipated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energy usually becomes heat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waste: lubrication, insulation, streamlining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Conservation of Energy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