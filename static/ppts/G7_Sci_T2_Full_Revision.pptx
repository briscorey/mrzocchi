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731520"/>
            <a:ext cx="2011680" cy="411480"/>
          </a:xfrm>
          <a:prstGeom prst="roundRect">
            <a:avLst>
              <a:gd name="adj" fmla="val 33333"/>
            </a:avLst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7 SCIENCE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📚 Cells — Full Revision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2 · Biology — Cells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669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 ZOCCHI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6035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Learning Objectives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you will be able to: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12140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214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all key concepts from the Cells unit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74320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5292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27889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animal and plant cells confidently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58444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844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63040" y="3520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knowledge to exam-style scenarios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Unit Overview: Cells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you need to know for the test.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9659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Cell Structure — nucleus, membrane, cytoplasm, mitochondria, ribosomes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974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743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Animal vs Plant — three extra structures in plant cells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4747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520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Specialised Cells — structure adapted for function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42519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2976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Microscopes — parts, magnification, slide preparation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50292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50749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Diffusion — passive movement from high to low concentration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Comparisons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173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Animal vs Plant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 has cell wall, chloroplasts, large vacuole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1488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1945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vs Electron microscope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54880" y="219456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Light: living, colour, ×2000. Electron: dead, detail, ×2,000,000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9260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9718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Specialised vs Unspecialised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297180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Specialised: adapted for one job. Stem cells: can become any type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7033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Diffusion vs Active Transport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54880" y="374904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Diffusion is passive (no energy). Active transport needs energy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Check Your Understanding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8988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A cell has a cell wall, chloroplasts, and a large vacuole. Is it animal or plant?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196596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198424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Plant cell — these three structures are only found in plant cells.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2432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Eyepiece ×10, Objective ×40. Total magnification?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97280" y="320040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321868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10 × 40 = ×400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587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Why do root hair cells have a long extension?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0" y="443484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445312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To increase surface area for absorbing more water and minerals.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09320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Q4: Explain why oxygen moves from the lungs into the blood.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97280" y="566928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568756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Diffusion — oxygen concentration is higher in the lungs than in the blood, so particles move down the gradient.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📌 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cells have nucleus, membrane, cytoplasm, mitochondria, ribosomes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774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377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 cells also have cell wall, chloroplasts, large vacuole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00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Specialised cells: structure is adapted for function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93192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23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0233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Magnification = eyepiece × objective lens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475488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846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Diffusion: passive, high → low concentration, no energy needed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8288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30175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Self-Quiz and Review Games on mrzocchi.com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5029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📚 Cells — Full Revision</dc:title>
  <dc:subject>PptxGenJS Presentation</dc:subject>
  <dc:creator>Mr Zocchi</dc:creator>
  <cp:lastModifiedBy>Mr Zocchi</cp:lastModifiedBy>
  <cp:revision>1</cp:revision>
  <dcterms:created xsi:type="dcterms:W3CDTF">2026-03-24T11:30:53Z</dcterms:created>
  <dcterms:modified xsi:type="dcterms:W3CDTF">2026-03-24T11:30:53Z</dcterms:modified>
</cp:coreProperties>
</file>