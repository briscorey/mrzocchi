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7 MATHEMATICS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Algebra Revision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Expressions, equations, patterns, and substitution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4206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 · NIS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D35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2743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8372D">
                    <a:alpha val="7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Expressions</a:t>
            </a:r>
            <a:endParaRPr lang="en-US" sz="3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00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Expressions Quick Ref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188720"/>
            <a:ext cx="7863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Variable, term, coefficient, constant, like terms.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Simplify by collecting like terms.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add unlike terms (3x + 5 ≠ 8x).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D35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2743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8372D">
                    <a:alpha val="7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Solving Equations</a:t>
            </a:r>
            <a:endParaRPr lang="en-US" sz="3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00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Equations Quick Ref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188720"/>
            <a:ext cx="7863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method: same operation on both sides.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One-step: undo the operation.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Two-step: deal with constant first, then coefficient.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check your answer by substituting back.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D35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2743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8372D">
                    <a:alpha val="7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Patterns &amp; Substitution</a:t>
            </a:r>
            <a:endParaRPr lang="en-US" sz="3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00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Patterns &amp; Substitution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188720"/>
            <a:ext cx="7863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difference → coefficient of n.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format: an + b.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Substitution: replace variable with number.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BIDMAS/BODMAS order of operations.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Practise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246888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learnlattice.org/students/exam-revision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Algebra Full Revision</dc:title>
  <dc:subject>PptxGenJS Presentation</dc:subject>
  <dc:creator>Mr Zocchi</dc:creator>
  <cp:lastModifiedBy>Mr Zocchi</cp:lastModifiedBy>
  <cp:revision>1</cp:revision>
  <dcterms:created xsi:type="dcterms:W3CDTF">2026-03-21T12:00:06Z</dcterms:created>
  <dcterms:modified xsi:type="dcterms:W3CDTF">2026-03-21T12:00:06Z</dcterms:modified>
</cp:coreProperties>
</file>