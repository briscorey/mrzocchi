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Changes of State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Chemistry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States Change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heat energy makes particles move faster → state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heat energy slows particles down → state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Melting: solid → liquid (e.g., ice → water at 0°C)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Boiling/Evaporation: liquid → gas (water → steam at 100°C)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Condensation: gas → liquid (steam → water droplets)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Freezing: liquid → solid (water → ice at 0°C)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754880"/>
            <a:ext cx="8046720" cy="9144"/>
          </a:xfrm>
          <a:prstGeom prst="rect">
            <a:avLst/>
          </a:prstGeom>
          <a:solidFill>
            <a:srgbClr val="F3F1E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Heating vs Cooling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Energy 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speed up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→ Liquid (melting)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→ Gas (boiling)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Sublimation: solid → gas directly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Removing Energy 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slow 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→ Liquid (condensation)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 → Solid (freezing)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stays constant DURING state change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changes happen when energy is added or removed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Melting, boiling, evaporation = adding energy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Freezing, condensation = removing energy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state change, temperature stays constant (energy breaks bonds)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Changes of State</dc:title>
  <dc:subject>PptxGenJS Presentation</dc:subject>
  <dc:creator>Mr Zocchi</dc:creator>
  <cp:lastModifiedBy>Mr Zocchi</cp:lastModifiedBy>
  <cp:revision>1</cp:revision>
  <dcterms:created xsi:type="dcterms:W3CDTF">2026-03-23T03:53:56Z</dcterms:created>
  <dcterms:modified xsi:type="dcterms:W3CDTF">2026-03-23T03:53:56Z</dcterms:modified>
</cp:coreProperties>
</file>