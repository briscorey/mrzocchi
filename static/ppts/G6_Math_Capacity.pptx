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Geometry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Capacity?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liquid a container can hold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litres (L) and millilitres (mL)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litre = 1,000 millilitres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cm³ = 1 mL (this is a key conversion!)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litre = 1,000 cm³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capacity: calculate volume in cm³, then convert to mL or 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how much liquid fits inside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 = 1,000 mL | 1 cm³ = 1 mL | 1 L = 1,000 cm³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volume first, then convert to mL/L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capacity are linked through 1 cm³ = 1 mL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Capacity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