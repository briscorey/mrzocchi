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Decimals &amp; Percentages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2 · Fractions &amp; Decimals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Fractions, Decimals &amp; Percentages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three different ways to write the SAME value. ½ = 0.5 = 50%. Being able to convert between them is essential. Percentages are fractions out of 100. Decimals use place value to show parts less than 1.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Converting Between Forms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→ Decimal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numerator by denominator. ³⁄₄ = 3 ÷ 4 = 0.75. ¹⁄₃ = 1 ÷ 3 = 0.333... (recurring).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Decimal → Percentage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100. 0.75 × 100 = 75%. 0.3 × 100 = 30%. Just move the decimal point two places right.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 → Fraction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over 100 and simplify. 75% = ⁷⁵⁄₁₀₀ = ³⁄₄. 40% = ⁴⁰⁄₁₀₀ = ²⁄₅.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Percentage of an Amount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10% by dividing by 10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1% by dividing by 100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up from there: 35% = 3×10% + ½×10%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35% of 240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= 24, 30% = 72, 5% = 12, 35% = 84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use decimal: 0.35 × 240 = 84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Equivalences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½ = 0.5 = 50%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¼ = 0.25 = 25%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¾ = 0.75 = 75%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¹⁄₅ = 0.2 = 20%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¹⁄₃ ≈ 0.333 ≈ 33.3%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¹⁄₁₀ = 0.1 = 10%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Fraction, decimal, percentage = three forms of the same value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→ decimal: divide top by bottom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Decimal → %: multiply by 100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→ fraction: write over 100 and simplify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½=50%, ¼=25%, ¾=75%, ¹⁄₅=20%, ¹⁄₁₀=10%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Decimals &amp; Percentages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