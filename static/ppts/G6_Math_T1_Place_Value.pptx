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Value &amp;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 Systems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value of each digit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number symbol (0–9)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value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of a digit based on its position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Right-most column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column from right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Hundreds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7744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column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Thousands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column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Place Value?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 of a digit tells you its VALUE.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3,472: the 3 means 3,000 (three thousand), the 4 means 400 (four hundred).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place is 10 times bigger than the one to its right.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left: ones → tens → hundreds → thousands → ten thousands.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right: ones → tenths → hundredths → thousandths (decimals).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digit (e.g. 5) can mean 5, 50, 500, or 5000 depending on its position.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Value Chart — 45,238.16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982980"/>
                <a:gridCol w="982980"/>
                <a:gridCol w="982980"/>
                <a:gridCol w="982980"/>
                <a:gridCol w="982980"/>
                <a:gridCol w="982980"/>
                <a:gridCol w="982980"/>
                <a:gridCol w="9829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 Thousands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Thousands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Hundreds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Tenths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Hundredths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Comparing and Ordering Numbers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from LEFT to RIGHT — start with the biggest place value.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4,521 vs 4,318 → same thousands (4), different hundreds (5 &gt; 3), so 4,521 &gt; 4,318.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&lt; (less than), &gt; (greater than), = (equal to).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ORDER numbers: put them in a place value chart and compare column by column.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Ascending = smallest to largest. Descending = largest to smallest.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crocodile always eats the bigger number: 5 &gt; 3 (mouth opens towards 5).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Powers of 10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23774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4630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×10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PLACE LEFT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Ones → Tens → Hundreds → Thousands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280160"/>
            <a:ext cx="23774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83280" y="14630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÷10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383280" y="2423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PLACE RIGHT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2834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Ones → Tenths → Hundredths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280160"/>
            <a:ext cx="23774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14630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10³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035040" y="2423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1,000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2834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× 10 ×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identify the value of each digit in a number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write numbers up to millions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compare numbers using &lt; &gt; =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order numbers in ascending and descending order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understand that each place is 10× bigger than the one to its right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value is the foundation of all number work in mathematics.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Place Value &amp; Number Systems</dc:title>
  <dc:subject>PptxGenJS Presentation</dc:subject>
  <dc:creator>Mr Zocchi</dc:creator>
  <cp:lastModifiedBy>Mr Zocchi</cp:lastModifiedBy>
  <cp:revision>1</cp:revision>
  <dcterms:created xsi:type="dcterms:W3CDTF">2026-03-24T11:21:05Z</dcterms:created>
  <dcterms:modified xsi:type="dcterms:W3CDTF">2026-03-24T11:21:05Z</dcterms:modified>
</cp:coreProperties>
</file>