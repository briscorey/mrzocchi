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2 · Physics — Energy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sustainability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energy use connects to environmental impact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actions that improve sustainability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Sustainability?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means living within the planet's means.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Meeting our needs without preventing future generations from meeting theirs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Using resources at a rate they can be replaced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Current energy use is NOT sustainable — fossil fuels are running out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Climate change threatens ecosystems and human societies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We need to reduce energy use AND switch to renewable sources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Can Be More Sustainable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energy use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Insulation, efficient appliances, LED lights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panels, wind farms, hydroelectric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vehicles, public transport, cycling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Reduce, Reuse, Recycle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waste = less energy used in production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off lights, shorter showers, less fast fashion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 可持续性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needs without harming future generations.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Footprint  碳足迹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CO₂ produced by a person, product, or activity.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 气候变化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changes in temperature and weather patterns.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 Effect  温室效应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Gases trap heat in the atmosphere, warming Earth.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Insulation  隔热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heat loss from buildings to save energy.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Deforestation  砍伐森林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Clearing forests — reduces CO₂ absorption.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Think-Pair-Share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024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possible for the world to be 100% powered by renewable energy? What challenges would we face?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Think about energy storage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happens when the wind doesn't blow?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How would transport change?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What does sustainability mean?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Meeting our needs without preventing future generations from meeting theirs.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Name three ways to reduce your carbon footprint.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 public transport, switch to LED bulbs, eat less meat (any three relevant actions).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Why is current energy use unsustainable?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We rely on fossil fuels that will run out and cause climate change.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How does insulation improve sustainability?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Reduces heat loss → less energy needed for heating → fewer emissions.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Sustainability: meeting today's needs without harming the future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fossil fuel use is unsustainable — they'll run out and cause warming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renewables, improve efficiency, reduce consumption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actions matter: insulate, use LEDs, reduce waste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Collective action needed at personal, national, and global levels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Sustainability</dc:title>
  <dc:subject>PptxGenJS Presentation</dc:subject>
  <dc:creator>Mr Zocchi</dc:creator>
  <cp:lastModifiedBy>Mr Zocchi</cp:lastModifiedBy>
  <cp:revision>1</cp:revision>
  <dcterms:created xsi:type="dcterms:W3CDTF">2026-03-24T11:35:31Z</dcterms:created>
  <dcterms:modified xsi:type="dcterms:W3CDTF">2026-03-24T11:35:31Z</dcterms:modified>
</cp:coreProperties>
</file>