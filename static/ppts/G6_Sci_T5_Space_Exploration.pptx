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Space Exploration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5 · Space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Milestones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Sputnik (1957)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artificial satellite. Launched by USSR. Orbited Earth. Marked the start of the Space Age and the Space Race between USA and USSR.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 Landing (1969)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11: Neil Armstrong and Buzz Aldrin became the first humans on the Moon. 'One small step for man, one giant leap for mankind.'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 (1998–present)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Space Station. Orbits Earth every 90 minutes. Scientists live and work in microgravity. Collaboration between 15 countries.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Explore Space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Telescopes: observe light from distant stars and galaxies (Hubble, James Webb)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Probes: unmanned spacecraft sent to study planets (Voyager, New Horizons)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Rovers: robotic vehicles on planet surfaces (Curiosity, Perseverance on Mars)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Satellites: orbit Earth for communication, weather, GPS, and observation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Crewed missions: astronauts on ISS, future plans for Moon and Mars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of Space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air — need spacesuits and life support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Microgravity — muscles and bones weaken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 — no atmosphere for protection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— Mars is 6–9 months travel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— space missions cost billions of dollars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Future of Space Exploration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Artemis programme: NASA plans to return humans to the Moon by 2025–2026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 missions: multiple agencies planning crewed missions to Mars in the 2030s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SpaceX: reusable rockets reducing launch costs dramatically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Webb Space Telescope: studying the earliest galaxies, exoplanets, and star formation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life: studying Mars, Europa (Jupiter's moon), and Enceladus (Saturn's moon) for signs of water and life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Sputnik (1957): first satellite. Apollo 11 (1969): first humans on Moon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ISS: international space station, continuous habitation since 2000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tools: telescopes, probes, rovers, satellites, crewed missions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Challenges: no air, radiation, distance, cost, microgravity effects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Artemis (Moon), Mars missions, search for extraterrestrial life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 Exploration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