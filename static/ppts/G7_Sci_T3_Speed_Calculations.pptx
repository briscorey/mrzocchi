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Calculations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Physics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formula speed = distance ÷ time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Rearrange the formula to find distance or time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between units (m/s, km/h)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distance-time graphs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Speed Formula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measures how quickly an object covers a distance.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Speed = Distance ÷ Time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Units: metres per second (m/s) or kilometres per hour (km/h)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Speed tells us how fast something is moving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Average speed = total distance ÷ total time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Use the triangle: D / S × 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Calculating Speed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cyclist travels 240 metres in 60 seconds. What is their speed?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formula: Speed = Distance ÷ Time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Substitute: S = 240 ÷ 60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Calculate: S = 4 m/s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cyclist moves 4 metres every second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✏️ Finding Distance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FF8E7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 travels at 20 m/s for 30 seconds. How far does it go?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606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Rearrange: Distance = Speed × Time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37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32918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Substitute: D = 20 × 30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023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Calculate: D = 600 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709160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709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8016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travels 600 metres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Distance-Time Graphs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horizontal line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is stationary (not moving)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 diagonal line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speed — steeper = faster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Curved line (getting steeper)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 — getting faster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Curved line (flattening)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Decelerating — slowing down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= gradient of the 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÷ run = distance ÷ time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A runner covers 100m in 12.5 seconds. What is their speed?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 = 100 ÷ 12.5 = 8 m/s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A train travels at 50 m/s for 120 seconds. Distance?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 = 50 × 120 = 6000 m (6 km)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On a distance-time graph, what does a flat line mean?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object is stationary — not moving.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Convert 72 km/h to m/s.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72 ÷ 3.6 = 20 m/s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= Distance ÷ Time (S = D/T)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Rearrange: D = S × T, or T = D / 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in m/s or km/h (divide km/h by 3.6 for m/s)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Distance-time graphs: gradient = speed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Steeper line = faster speed; flat line = stationary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Speed Calculations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