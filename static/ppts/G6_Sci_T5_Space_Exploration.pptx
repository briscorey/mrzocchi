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9D8F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SCIENCE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 Exploration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humans explore beyond Earth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51560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0515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Telescope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10515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to see distant objects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515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Satellite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0515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orbiting Earth (natural or artificial)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1819656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1819656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81965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 probe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77440" y="18196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Unmanned spacecraft sent to explore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819656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819656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81965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18196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Space Station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2587752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2587752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258775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Rover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377440" y="25877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vehicle exploring a planet's surface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587752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587752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58775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 year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25877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light travels in one year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Explore Space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TELESCOPES: see distant stars, planets, galaxies from Earth or orbit (e.g. Hubble, James Webb).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SATELLITES: orbit Earth for communication, GPS, weather monitoring.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PROBES: unmanned spacecraft (Voyager, New Horizons) — travel beyond our solar system.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ROVERS: robot vehicles on other planets (Curiosity, Perseverance on Mars).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CREWED MISSIONS: astronauts on the ISS, Apollo Moon landings (1969–1972).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251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pPr indent="0" marL="0">
              <a:buNone/>
            </a:pPr>
            <a:r>
              <a:rPr lang="en-US" sz="12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China's Zhurong rover landed on Mars in 2021 — the first Chinese Mars rover.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Milestones in Space Exploration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24688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51560"/>
            <a:ext cx="246888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34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Era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21945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1957: Sputnik — first satellite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1961: Yuri Gagarin — first human in space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1969: Apollo 11 — first Moon landing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1970s: Voyager probes launched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4688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51560"/>
            <a:ext cx="2468880" cy="54864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234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Era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737360"/>
            <a:ext cx="21945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1990: Hubble Space Telescope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1998: ISS construction begins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2004: Spirit &amp; Opportunity rovers on Mars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2012: Curiosity rover lands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1051560"/>
            <a:ext cx="24688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52160" y="1051560"/>
            <a:ext cx="2468880" cy="54864"/>
          </a:xfrm>
          <a:prstGeom prst="rect">
            <a:avLst/>
          </a:prstGeom>
          <a:solidFill>
            <a:srgbClr val="9B9690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1234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89320" y="1737360"/>
            <a:ext cx="21945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2021: James Webb Space Telescope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2021: Zhurong rover (China) on Mars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2022: Artemis — return to Moon program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reusable rockets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 vs Challenges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51560"/>
            <a:ext cx="384048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 of Space Exploration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GPS, weather forecasting, satellite TV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advances from ISS research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climate change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Inspiring future scientists and engineers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3840480" cy="54864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83480" y="169164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expensive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for astronauts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debris (junk) in orbit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questions about colonising other planets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05156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05156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describe different methods of space exploration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7680960" cy="438912"/>
          </a:xfrm>
          <a:prstGeom prst="rect">
            <a:avLst/>
          </a:prstGeom>
          <a:solidFill>
            <a:srgbClr val="F8F6F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55448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55448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key milestones in space history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05740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05740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05740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benefits and challenges of space exploration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7680960" cy="438912"/>
          </a:xfrm>
          <a:prstGeom prst="rect">
            <a:avLst/>
          </a:prstGeom>
          <a:solidFill>
            <a:srgbClr val="F8F6F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56032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56032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understand the role of satellites in daily life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06324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06324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06324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about China's contributions to space exploration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3749040"/>
            <a:ext cx="7680960" cy="59436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749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pPr indent="0" marL="0">
              <a:buNone/>
            </a:pPr>
            <a:r>
              <a:rPr lang="en-US" sz="12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exploration helps us understand our universe and improves life on Earth.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A9D8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Self-Quiz, Review Games, and Practice Builder to test yourself.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 Exploration</dc:title>
  <dc:subject>PptxGenJS Presentation</dc:subject>
  <dc:creator>Mr Zocchi</dc:creator>
  <cp:lastModifiedBy>Mr Zocchi</cp:lastModifiedBy>
  <cp:revision>1</cp:revision>
  <dcterms:created xsi:type="dcterms:W3CDTF">2026-03-24T11:21:05Z</dcterms:created>
  <dcterms:modified xsi:type="dcterms:W3CDTF">2026-03-24T11:21:05Z</dcterms:modified>
</cp:coreProperties>
</file>