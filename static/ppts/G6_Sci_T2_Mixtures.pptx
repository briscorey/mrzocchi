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C3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Mixtures &amp; Solutions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substances vs mixtures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Pure substances vs mixtures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Solutions: solute &amp; solvent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Solutions: solute &amp; solvent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solutions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Saturated solutions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Suspensions &amp; colloids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Suspensions &amp; colloids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examples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Everyday examples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Mixtures &amp; Solutions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