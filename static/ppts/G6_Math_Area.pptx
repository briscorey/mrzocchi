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Geometry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Area?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space INSIDE a 2D shape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square units: cm², m², km²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A = length × width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Triangle: A = ½ × base × height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Parallelogram: A = base × height (perpendicular height!)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shapes: break into rectangles/triangles, find each area, add together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 = space inside a 2D shape (measured in cm², m²)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Rectangle: l × w | Triangle: ½ × b × h | Parallelogram: b × 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shapes: split into simpler shapes, add areas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 must be perpendicular (at 90°) to the base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Area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