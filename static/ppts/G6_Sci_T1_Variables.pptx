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Variables in Science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· Scientific Skills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Variable?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anything in an experiment that can change. To run a fair test, scientists must identify and control variables carefully. There are three types of variables that every scientist must understand.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of Variables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deliberately change in the experiment. Example: the amount of water given to a plant each day.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 you MEASURE or observe. It depends on the independent variable. Example: the height the plant grows.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keep THE SAME to make it a fair test. Example: same soil, same pot size, same sunlight, same plant type.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Tests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test changes ONLY the independent variable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change more than one thing, you cannot tell which caused the result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 make the comparison valid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Testing which fertiliser helps plants grow tallest — you must use the same pot, soil, water, and sunlight for each plant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two things at once (not a fair test)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to measure the dependent variable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keeping controlled variables constant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repeating the experiment for reliability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independent and dependent variables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Practice: Identify the Variables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'Does the temperature of water affect how fast sugar dissolves?'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variable: temperature of water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variable: time for sugar to dissolve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variables: amount of sugar, volume of water, type of sugar, stirring method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'Does the colour of light affect plant growth?'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variable: colour of light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variable: height of plant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variables: same plant type, same water, same soil, same duration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= what you change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 = what you measure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 = what you keep the same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test changes ONLY ONE variable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repeat experiments for reliability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Variables in Science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