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8912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65760"/>
            <a:ext cx="1097280" cy="365760"/>
          </a:xfrm>
          <a:prstGeom prst="roundRect">
            <a:avLst>
              <a:gd name="adj" fmla="val 25000"/>
            </a:avLst>
          </a:prstGeom>
          <a:solidFill>
            <a:srgbClr val="C8372D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6576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ZOCCHI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Filtration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457200" y="384048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We're Learning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320040" cy="32004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8872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14400" y="11430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are learning to identify mixtures and pure substances, and to separate them using filtration, evaporation, distillation, and chromatography.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320040" cy="32004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178308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14400" y="173736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Concept: Form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2377440"/>
            <a:ext cx="320040" cy="32004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237744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14400" y="233172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Context: Scientific and Technical Innovation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57200" y="2971800"/>
            <a:ext cx="320040" cy="320040"/>
          </a:xfrm>
          <a:prstGeom prst="ellipse">
            <a:avLst/>
          </a:prstGeom>
          <a:solidFill>
            <a:srgbClr val="E5E2DC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297180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14400" y="292608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"Understanding the form and properties of substances allows us to separate and purify them for useful purposes."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3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Mixture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混合物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or more substances not chemically joined. Can be separated by physical methods.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3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Solution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溶液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mixture where a solute is dissolved in a solvent. Looks transparent.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3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Solute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溶质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substance that dissolves. e.g. salt in salt water.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3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Solvent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溶剂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liquid that dissolves the solute. e.g. water.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3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Soluble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可溶的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dissolve in a solvent.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3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Insoluble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不溶的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Cannot dissolve. e.g. sand in water.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What is the difference between a mixture and a compound?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Mixture: substances not chemically joined, can be separated physically. Compound: elements chemically bonded, needs a chemical reaction to separate.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How would you separate sand from salt water?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1: Filter to remove sand (insoluble). Step 2: Evaporate the filtrate to get salt crystals.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When would you use distillation instead of evaporation?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you want to KEEP the liquid (solvent). Evaporation loses the liquid; distillation collects it by condensing the vapour.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How can you tell if a substance is pure using its boiling point?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pure substance has a fixed, sharp boiling point. An impure substance boils over a range of temperatures.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8912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Keep Practising!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2743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Self-Quiz on mrzocchi.com to test yourself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38404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Filtration</dc:title>
  <dc:subject>PptxGenJS Presentation</dc:subject>
  <dc:creator>Mr Zocchi — mrzocchi.com</dc:creator>
  <cp:lastModifiedBy>Mr Zocchi — mrzocchi.com</cp:lastModifiedBy>
  <cp:revision>1</cp:revision>
  <dcterms:created xsi:type="dcterms:W3CDTF">2026-03-22T06:54:47Z</dcterms:created>
  <dcterms:modified xsi:type="dcterms:W3CDTF">2026-03-22T06:54:47Z</dcterms:modified>
</cp:coreProperties>
</file>