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Chemistry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Term 2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 Model &amp; States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matter = particles in constant motion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Solid: fixed, vibrate | Liquid: close, slide | Gas: far, fast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energy = faster particles = higher temperature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Gases can be compressed; solids and liquids cannot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of State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(solid→liquid), Boiling (liquid→gas), Condensation (gas→liquid), Freezing (liquid→solid)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heat = particles gain energy and move faster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stays constant DURING a state change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Sublimation: solid→gas directly (e.g., dry ice)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Solutions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substances combined but not chemically bonded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= solute (dissolves) + solvent (the liquid)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Soluble = dissolves, Insoluble = doesn't dissolve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solution: no more solute can dissolve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Separating Mixtures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Filtration: remove insoluble solids from liquid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Evaporation: recover dissolved solid from solution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Distillation: recover both solid AND liquid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Chromatography: separate colours/dissolved substances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Magnetism: separate magnetic materials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explain solid/liquid/gas behaviour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need energy added or removed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can be separated by physical methods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separation method based on substance properties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— Full Revision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