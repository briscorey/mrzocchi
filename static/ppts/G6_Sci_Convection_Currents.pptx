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Convection Currents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drives plate tectonics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NIS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Convection Current?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flow of material caused by heating from below.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process happens when you heat soup in a pot.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material rises (less dense) → spreads sideways → cools → sinks (more dense) → repeats.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continuous loop is a convection current.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E8F5F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519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word: DENSITY. Hot = less dense = rises. Cool = more dense = sinks.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Convection in the Mantle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source: Earth's core (radioactive decay + leftover heat).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rock near the core rises slowly through the mantle.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top, it spreads sideways — this drags tectonic plates.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cools, becomes denser, and sinks back down.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Plates move at about 2–10 cm per year — as fast as your fingernails grow.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Convection by Numbers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262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2–10 cm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262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plate speed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61360" y="1371600"/>
            <a:ext cx="262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261360" y="2743200"/>
            <a:ext cx="262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Earth's volume is mantle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82640" y="1371600"/>
            <a:ext cx="262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5,000°C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882640" y="2743200"/>
            <a:ext cx="262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temperature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This Matter?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currents are the MECHANISM that moves tectonic plates.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them, plates would not move.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plate movement = no earthquakes, volcanoes, or mountains.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connection between Earth's interior and its surface.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3035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Convection current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flow: hot rises, cools, sinks, repeats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matter is packed into a 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Radioactive decay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heat source inside Earth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 of HOW something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learnlattice.org/students/exam-revision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Convection Currents</dc:title>
  <dc:subject>PptxGenJS Presentation</dc:subject>
  <dc:creator>Mr Zocchi</dc:creator>
  <cp:lastModifiedBy>Mr Zocchi</cp:lastModifiedBy>
  <cp:revision>1</cp:revision>
  <dcterms:created xsi:type="dcterms:W3CDTF">2026-03-21T11:56:04Z</dcterms:created>
  <dcterms:modified xsi:type="dcterms:W3CDTF">2026-03-21T11:56:04Z</dcterms:modified>
</cp:coreProperties>
</file>