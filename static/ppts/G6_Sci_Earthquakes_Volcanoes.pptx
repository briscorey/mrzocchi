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Earthquakes &amp; Volcanoes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features caused by plate movement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Cause-Effect Chain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Radioactive decay heats Earth's core.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Heat causes convection currents in the mantle.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Convection drags tectonic plates across the surface.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At plate boundaries, plates interact.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This produces earthquakes, volcanoes, mountains, and trenches.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connects: core → mantle → plates → surface features.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Boundary → Surface Features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 Below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See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Plates pull apart; magma rises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Mid-ocean ridges, rift valleys, volcanic islands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Convergent (ocean+land)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Oceanic plate subducts; melts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Volcanoes, trenches, earthquakes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Convergent (land+land)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crumple upward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mountains, earthquakes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Plates grind sideways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Earthquakes (no volcanoes)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Ring of Fire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horseshoe-shaped zone around the Pacific Ocean.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75% of the world's volcanoes are here.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90% of earthquakes happen here.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follows the edges of the Pacific Plate.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convergent and transform boundaries.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Convection Stopped?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would gradually slow down and stop moving.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Earthquakes and volcanic activity would decrease.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mountains would form.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 would slowly flatten the landscape.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would become a much quieter, more static planet.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thought experiment shows how connected Earth's systems are.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Earthquakes &amp; Volcanoes</dc:title>
  <dc:subject>PptxGenJS Presentation</dc:subject>
  <dc:creator>Mr Zocchi</dc:creator>
  <cp:lastModifiedBy>Mr Zocchi</cp:lastModifiedBy>
  <cp:revision>1</cp:revision>
  <dcterms:created xsi:type="dcterms:W3CDTF">2026-03-21T11:56:04Z</dcterms:created>
  <dcterms:modified xsi:type="dcterms:W3CDTF">2026-03-21T11:56:04Z</dcterms:modified>
</cp:coreProperties>
</file>