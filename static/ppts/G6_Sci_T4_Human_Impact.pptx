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Impact on Ecosystems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4 · Ecology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Impacts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down forests for farming, wood, and space. Destroys habitats, reduces biodiversity, increases CO₂ (trees absorb CO₂). Amazon loses ~10,000 km² per year.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Air: burning fossil fuels, acid rain. Water: sewage, chemicals, plastics. Land: pesticides, landfill. Harms organisms, ecosystems, and human health.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fossil fuels increases greenhouse gases (CO₂, methane). Traps more heat. Rising temperatures, melting ice, rising sea levels, extreme weather.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Conservation: protecting habitats and species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Recycling: reduces waste and resource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energy: solar, wind, hydro — no CO₂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farming: protects soil and water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reserves: protect ocean ecosystems from overfishing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Species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 is the #1 cause of extinction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Pollution, hunting, and climate change also contribute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efforts: breeding programmes, national parks, laws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stories: bald eagle, giant panda populations recovering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species plays a role — losing one affects the whole ecosystem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YOU Do?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Reduce, Reuse, Recycle — minimise waste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Walk, cycle, or use public transport — reduce emissions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energy at home — turn off lights, reduce heating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less meat — livestock farming produces huge emissions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trees — they absorb CO₂ and provide habitats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awareness — educate others about environmental issues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Deforestation, pollution, climate change — major human impacts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fossil fuels → more CO₂ → global warming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Conservation, recycling, renewable energy — positive actions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 is #1 cause of species extinction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actions matter: reduce, reuse, recycle, plant trees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Impact on Ecosystems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