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A9D8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Fractions, Decimals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Percentages — Revision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for the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 Fundamentals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 = top (how many parts), Denominator = bottom (total parts).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fractions: multiply/divide BOTH parts by the same number.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by dividing by the HCF. Always give answers in simplest form.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Add/Sub: find common denominator (LCM), add/sub numerators only.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Multiply: tops × tops, bottoms × bottoms. Divide: Keep, Flip, Change (KFC).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73152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194560" y="19202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FDP Conversions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Conversions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→ Decimal: divide top by bottom.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→ Percentage: multiply by 100 (move decimal 2 places right).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→ Fraction: write over 100 and simplify.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by heart: ½=0.5=50%, ¼=0.25=25%, ¾=0.75=75%.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percentages: 10% method or decimal multiplication.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E5E2D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01168"/>
            <a:ext cx="54864" cy="42062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Revision Checklist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5156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fractions — proper, improper, mixed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55448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fractions and simplifying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5740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05740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subtracting, multiplying, dividing fractions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438912"/>
          </a:xfrm>
          <a:prstGeom prst="rect">
            <a:avLst/>
          </a:prstGeom>
          <a:solidFill>
            <a:srgbClr val="F8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6032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fractions, decimals, percentages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063240"/>
            <a:ext cx="76809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063240"/>
            <a:ext cx="320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</a:rPr>
              <a:t>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63240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percentages of amounts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with the Self-Quiz and Review Games on mrzocchi.com.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A9D8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Self-Quiz, Review Games, and Practice Builder to test yourself.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Fractions, Decimals &amp; Percentages — Full Revision</dc:title>
  <dc:subject>PptxGenJS Presentation</dc:subject>
  <dc:creator>Mr Zocchi</dc:creator>
  <cp:lastModifiedBy>Mr Zocchi</cp:lastModifiedBy>
  <cp:revision>1</cp:revision>
  <dcterms:created xsi:type="dcterms:W3CDTF">2026-03-24T11:21:05Z</dcterms:created>
  <dcterms:modified xsi:type="dcterms:W3CDTF">2026-03-24T11:21:05Z</dcterms:modified>
</cp:coreProperties>
</file>