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Perimeter, Area, Volume &amp; Capacity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revision — everything you need to know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Perimeter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Perimeter Quick Reference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Rectangle: P = 2(l + w)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Square: P = 4s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Circle: C = 2πr or C = πd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cm, m, km (length)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Quick Reference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Rectangle: A = l × w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Triangle: A = ½ × b × h (perpendicular height!)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Parallelogram: A = b × h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Circle: A = πr²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cm², m² (squared)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Surface Area &amp; Volume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3D Shape Quick Reference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Rectangular prism SA: 2(lw + lh + wh)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 SA: 6s²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Rectangular prism V: l × w × h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Triangular prism V: (½ × b × h) × l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SA = cm² (squared), V = cm³ (cubed)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Capacity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Capacity Conversions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cm³ = 1 mL (the golden rule)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m³ = 1,000 L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 = 1,000 mL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volume first, then convert to capacity.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Maths Full Revision</dc:title>
  <dc:subject>PptxGenJS Presentation</dc:subject>
  <dc:creator>Mr Zocchi</dc:creator>
  <cp:lastModifiedBy>Mr Zocchi</cp:lastModifiedBy>
  <cp:revision>1</cp:revision>
  <dcterms:created xsi:type="dcterms:W3CDTF">2026-03-21T11:58:07Z</dcterms:created>
  <dcterms:modified xsi:type="dcterms:W3CDTF">2026-03-21T11:58:07Z</dcterms:modified>
</cp:coreProperties>
</file>