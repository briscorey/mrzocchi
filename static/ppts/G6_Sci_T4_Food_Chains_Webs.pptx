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Food Webs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eats whom?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Chinese paddlefish — a top predator in the Yangtze — was declared extinct in 2022. What happened to the rest of the food web?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remove one species, the effects ripple through the entire system.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paddlefish eat?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ate the things the paddlefish used to eat?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can the effects spread?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energy flow from one organism to the next.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starts with a PRODUCER (plant or algae).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show direction energy flows (eaten by →).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Algae → Small fish → Carp → Heron.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= a trophic level.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own food by photosynthesis (plants, algae).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consumer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Eats producers. Herbivore.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consumer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Eats primary consumers.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consumer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predator.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dead organisms. Recycles nutrients.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Webs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web = many food chains connected together.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realistic — organisms eat multiple things.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INTERDEPENDENCE: organisms depend on each other.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species disappears, it affects many others.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Yangtze paddlefish extinction affected the entire river food web.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10% Rule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trophic level.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lost as heat (respiration), waste, and movement.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food chains are short (4–5 levels max).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have MOST energy. Top predators have LEAST.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explains why there are fewer eagles than rabbits.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rice paddies: huge energy base supporting entire food webs.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 and Food Webs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Producers, Consumers, Decomposers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Course Kids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Levels — Energy Flow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Chains &amp; Webs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