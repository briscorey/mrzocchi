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Earth's Layers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beneath our feet?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 Is Not a Solid Ball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is made of four main layers, each with different properties.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you go, the hotter it gets.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has a different state, temperature, and composition.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study these layers using seismic waves from earthquakes.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7863840" cy="640080"/>
          </a:xfrm>
          <a:prstGeom prst="roundRect">
            <a:avLst>
              <a:gd name="adj" fmla="val 11429"/>
            </a:avLst>
          </a:prstGeom>
          <a:solidFill>
            <a:srgbClr val="E8F5F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2519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Earth like a hard-boiled egg — shell, white, yolk.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Layers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1572768"/>
                <a:gridCol w="1572768"/>
                <a:gridCol w="1572768"/>
                <a:gridCol w="1572768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Thickness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Made Of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5–70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 (granite + basalt)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~2,900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 (flows slowly)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Silicate rock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 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~2,200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hot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 and nickel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~1,200 km radius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~5,000°C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 and nickel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Types of Crust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374904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2344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Oceanic Crust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383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(5–10 km)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Denser (heavier)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under oceans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 basalt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74904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2344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Continental Crust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1691640"/>
            <a:ext cx="3383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 (30–70 km)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dense (lighter)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up continents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 granite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Is the Inner Core Solid?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core is the hottest layer — over 5,000°C.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solid, not liquid!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enormous pressure from all the layers above squeezes the iron and nickel so tightly they cannot melt.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extreme pressure can keep things solid even at extreme temperatures.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7863840" cy="640080"/>
          </a:xfrm>
          <a:prstGeom prst="roundRect">
            <a:avLst>
              <a:gd name="adj" fmla="val 11429"/>
            </a:avLst>
          </a:prstGeom>
          <a:solidFill>
            <a:srgbClr val="E8F5F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2519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misconception: students think 'hot = liquid'. Pressure matters too!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 outer layer (5–70 km); we live on 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Thickest layer (~2,900 km); solid rock that flows slowly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 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layer of iron and nickel; creates Earth's magnetic field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 iron and nickel; kept solid by extreme pressure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Oceanic crust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 and dense; found under the oceans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Continental crust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Thick and less dense; makes up the continents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Earth's Layers</dc:title>
  <dc:subject>PptxGenJS Presentation</dc:subject>
  <dc:creator>Mr Zocchi</dc:creator>
  <cp:lastModifiedBy>Mr Zocchi</cp:lastModifiedBy>
  <cp:revision>1</cp:revision>
  <dcterms:created xsi:type="dcterms:W3CDTF">2026-03-21T11:56:04Z</dcterms:created>
  <dcterms:modified xsi:type="dcterms:W3CDTF">2026-03-21T11:56:04Z</dcterms:modified>
</cp:coreProperties>
</file>