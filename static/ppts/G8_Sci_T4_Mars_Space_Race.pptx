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Global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Race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China, NASA, ESA, SpaceX, Korea — who will get there first?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E9C46A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China plans to send astronauts to Mars by 2033. SpaceX says 2029. NASA says 2040s. Who should we believe — and does it matter who gets there first?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space race is not just between countries — private companies are leading.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competition good for space exploration?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Mars colonisation be a global effort or national?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role could Korea and Germany play?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Players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(CNSA): Tianwen-1 rover on Mars. Tiangong station. Moon base planned.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(NASA): Perseverance rover. Artemis Moon program. Mars in 2040s.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SpaceX: Starship — biggest rocket ever. Targeting Mars by late 2020s.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ESA: ExoMars programme. Mars Express orbiter. Rosalind Franklin rover.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 (KARI): KSLV-II rocket. Moon orbiter Danuri (2022). Growing fast.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 vs Collaboration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innovation and speed.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pride motivates funding.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space race gave us satellites, GPS, weather forecasting.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rapid progress is partly driven by competition.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ISS: 16 nations cooperating since 1998.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 is too hard for one country alone.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costs, shared knowledge.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Antarctic Treaty model: science before sovereignty.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Space Program Explained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ColdFusion  •  12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Starship — The Full Story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Astronaut  •  15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Korea's Space Program — Danuri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Arirang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Global Space Race</dc:title>
  <dc:subject>PptxGenJS Presentation</dc:subject>
  <dc:creator>Mr Zocchi</dc:creator>
  <cp:lastModifiedBy>Mr Zocchi</cp:lastModifiedBy>
  <cp:revision>1</cp:revision>
  <dcterms:created xsi:type="dcterms:W3CDTF">2026-03-24T02:01:17Z</dcterms:created>
  <dcterms:modified xsi:type="dcterms:W3CDTF">2026-03-24T02:01:17Z</dcterms:modified>
</cp:coreProperties>
</file>