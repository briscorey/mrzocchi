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Changes of State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matter changes from one state to another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→ liquid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→ solid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Evaporation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→ gas (at the surface)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Boiling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→ gas (throughout)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Condensation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→ liquid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Sublimation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→ gas (skipping liquid)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Heating Causes State Changes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HEAT a substance, you give particles MORE energy.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vibrate or move faster.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Eventually, they overcome the forces holding them together.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→ Liquid (melting): particles break free from fixed positions.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→ Gas (boiling): particles escape the liquid entirely.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state change, temperature stays CONSTANT — energy breaks bonds, not raises temperature.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water stays at 100°C while it boils — all energy goes into breaking bonds.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Temperatures for Water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0°C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ice becomes liquid water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100°C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BOILING POINT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water becomes steam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3774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−273°C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ZERO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have minimum energy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temperatures are at standard atmospheric pressure (sea level).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Evaporation vs Boiling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Evaporation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at the SURFACE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at ANY temperature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gradual process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particles escape first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puddle drying on a sunny 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Boiling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THROUGHOUT the liquid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the BOILING POINT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vigorous bubbles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particles have enough energy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kettle bubbling at 100°C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Cooling Curve &amp; Heating Curve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heating curve shows temperature vs time as a substance is heated.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sections = state change happening (temperature stays constant).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sections = substance getting hotter within one state.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cooling curve is the reverse — temperature drops with flat sections at state changes.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parts show that energy is being used to change state, NOT to change temperature.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all 6 changes of state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that temperature stays constant during a state change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difference between evaporation and boiling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interpret a heating/cooling curve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state changes using the particle model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changes are PHYSICAL changes — no new substances are made.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Changes of State</dc:title>
  <dc:subject>PptxGenJS Presentation</dc:subject>
  <dc:creator>Mr Zocchi</dc:creator>
  <cp:lastModifiedBy>Mr Zocchi</cp:lastModifiedBy>
  <cp:revision>1</cp:revision>
  <dcterms:created xsi:type="dcterms:W3CDTF">2026-03-24T11:14:12Z</dcterms:created>
  <dcterms:modified xsi:type="dcterms:W3CDTF">2026-03-24T11:14:12Z</dcterms:modified>
</cp:coreProperties>
</file>