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collect, organise, and interpret data using averages and graphs, and to calculate and compare probabilities.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Relationships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relationships in data helps us make informed decisions about the world around us."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collected through observation, measurement, or survey.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定性数据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Non-numerical data describing qualities or categories. e.g. favourite colour, type of pet.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Quantitative 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定量数据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data that can be measured or counted. e.g. height, test score.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all values and divide by the count. The 'average' most people think of.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中位数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value when data is arranged in order. Not affected by outliers.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众数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frequently occurring value. A dataset can have no mode, one mode, or multiple modes.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mean of: 3, 5, 7, 9, 11?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— sum is 35, divide by 5 = 7.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median of: 12, 3, 8, 15, 6?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— ordered: 3, 6, 8, 12, 15. Middle value is 8.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mode of: 4, 7, 2, 7, 9, 3, 7?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— it appears most often (3 times).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range of: 20, 5, 14, 8, 31?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— highest (31) minus lowest (5) = 26.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Revision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