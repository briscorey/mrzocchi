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8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Colonising Mars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Revision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Planet, Challenges, Colony Design, Space Race, Ethics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9C46A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Mars the Planet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828800" cy="54864"/>
          </a:xfrm>
          <a:prstGeom prst="rect">
            <a:avLst/>
          </a:prstGeom>
          <a:solidFill>
            <a:srgbClr val="E9C46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Mars Recap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228M km from Sun. 38% gravity. -60°C average. 95% CO2 atmosphere.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Day: 24h37m. Year: 687 Earth days.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past water: ice caps, hydrated minerals, river channels.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China's Zhurong rover exploring Utopia Planitia since 2021.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9C46A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828800" cy="54864"/>
          </a:xfrm>
          <a:prstGeom prst="rect">
            <a:avLst/>
          </a:prstGeom>
          <a:solidFill>
            <a:srgbClr val="E9C46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Recap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Radiation: no magnetic field → underground habitats.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Atmosphere: unbreathable → MOXIE oxygen production.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extreme cold → insulation + nuclear power.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Gravity: 38% → exercise protocols.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Psychology: isolation → crew selection, VR, communication.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9C46A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Colony Design &amp; Ethics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828800" cy="54864"/>
          </a:xfrm>
          <a:prstGeom prst="rect">
            <a:avLst/>
          </a:prstGeom>
          <a:solidFill>
            <a:srgbClr val="E9C46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Colony &amp; Ethics Recap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Habitat: pressurised, radiation-shielded, modular.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Food: hydroponics, insect farming, spirulina. Water: ice extraction + recycling.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Energy: solar + nuclear redundancy.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Ethics: planetary protection, ownership, inequality, terraforming.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IDU: Science provides evidence. Humanities provides perspective.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Colonising Mars — Full Revision</dc:title>
  <dc:subject>PptxGenJS Presentation</dc:subject>
  <dc:creator>Mr Zocchi</dc:creator>
  <cp:lastModifiedBy>Mr Zocchi</cp:lastModifiedBy>
  <cp:revision>1</cp:revision>
  <dcterms:created xsi:type="dcterms:W3CDTF">2026-03-24T02:01:17Z</dcterms:created>
  <dcterms:modified xsi:type="dcterms:W3CDTF">2026-03-24T02:01:17Z</dcterms:modified>
</cp:coreProperties>
</file>