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Two-Step Equations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Algebra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Steps to Solve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two-step equation needs two inverse operations to solve. Example: 2x + 5 = 13. Step 1: undo the +5 (subtract 5 from both sides) → 2x = 8. Step 2: undo the ×2 (divide both sides by 2) → x = 4. Always undo addition/subtraction FIRST, then multiplication/division.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+ 4 = 19 → subtract 4 → 3x = 15 → divide by 3 → x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 − 2 = 23 → add 2 → 5x = 25 → divide by 5 → x =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x/4 + 3 = 7 → subtract 3 → x/4 = 4 → multiply by 4 → x = 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2(x + 3) = 14 → divide by 2 → x + 3 = 7 → subtract 3 → x = 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each: substitute x back into the original equation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Operations (Reversed!)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SOLVING, you reverse BIDMAS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addition/subtraction FIRST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undo multiplication/division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undo indices/brackets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OPPOSITE of the order for calculating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'unwrap' the equation from the outside in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 + 7 = 31 → 4x = 24 → x = 6. Check: 4(6)+7 = 31 ✓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− 9 = 1 → 2x = 10 → x = 5. Check: 2(5)−9 = 1 ✓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x/3 + 5 = 8 → x/3 = 3 → x = 9. Check: 9/3+5 = 8 ✓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3(x − 2) = 15 → x − 2 = 5 → x = 7. Check: 3(7−2) = 15 ✓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show your working — write each step on a new line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equations need two inverse operations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+/− first, then ×/÷ (reverse of BIDMAS)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do to one side, do to the other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working: each step on a new line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by substituting your answer 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Two-Step Equations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