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Mixtures &amp;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substances combine but don't react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C8372D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you stir sugar into your tea in Nanjing, the sugar disappears. Where does it go? Is the tea still tea?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mixture contains two or more substances that are NOT chemically joined — they can be separated.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sweet tea a new substance or a mixture?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you get the sugar back? How?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difference between dissolving and melting?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Mixtures vs. Compounds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Mixture: two or more substances physically combined. NOT chemically joined.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components keep their own properties.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separated by physical methods (filtering, evaporating, etc.).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Compound: substances chemically bonded. Need chemical reactions to separate.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water = mixture. Salt (NaCl) = compound.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is a mixture of gases: 78% nitrogen, 21% oxygen, 1% other.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7863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577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or more substances combined but NOT chemically joined.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mixture where a solute dissolves in a solvent.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substance that dissolves (e.g. sugar).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liquid that does the dissolving (e.g. water).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Able to dissolve in a solvent.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Insoluble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able to dissolve (e.g. sand in water).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Solutions Around the World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Solutions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green tea: water + dissolved compounds.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soju: water + ethanol (14–20%).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beer: water + ethanol + sugars + CO2.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Nanjing tap water: water + dissolved minerals.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Solutions (Suspensions)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juice with pulp — pulp settles.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Muddy Yangtze River water — silt suspended.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doenjang soup — particles float.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— cells suspended in plasma.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Factors Affecting Dissolving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Temperature: hotter solvent = faster dissolving (sugar in hot vs cold tea).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Stirring: speeds up dissolving by moving fresh solvent to the solute.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size: smaller particles dissolve faster (powdered vs cube sugar).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Saturation: when no more solute can dissolve, the solution is SATURATED.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Mixtures and Solutions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4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Dissolving — What Happens?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AumSum Time  •  5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Solutions, Suspensions, Colloids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5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Mixtures &amp; Solutions</dc:title>
  <dc:subject>PptxGenJS Presentation</dc:subject>
  <dc:creator>Mr Zocchi</dc:creator>
  <cp:lastModifiedBy>Mr Zocchi</cp:lastModifiedBy>
  <cp:revision>1</cp:revision>
  <dcterms:created xsi:type="dcterms:W3CDTF">2026-03-23T08:12:51Z</dcterms:created>
  <dcterms:modified xsi:type="dcterms:W3CDTF">2026-03-23T08:12:51Z</dcterms:modified>
</cp:coreProperties>
</file>