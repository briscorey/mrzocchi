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Impact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Ecosystems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change the natural world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2A9D8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Nanjing's air quality has improved dramatically since 2015. Beijing hosted a 'blue sky' Olympics in 2008 by shutting factories. Is this enough?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are the most powerful force changing ecosystems on Earth.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human activities damage ecosystems?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damage be reversed? How long would it take?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YOUR school or city doing about it?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Negative Impacts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Deforestation — removes habitats and carbon sinks.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Pollution — contaminates water, air, soil.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Overfishing — Yangtze River fish populations collapsed.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 — alters temperatures, weather, habitats globally.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Urbanisation — Nanjing's expansion replaced farmland and wetlands.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Impact by Numbers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1M+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Species at Risk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to human activity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5280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5280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35280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Forests Lost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3568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civilisation began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6552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6552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1.1°C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06552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Warming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4840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temp rise since 1900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Regional Responses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Yangtze fishing ban (2021–2031).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Giant panda: ~1,100 → ~1,800 through conservation.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World's largest tree-planting campaign.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solar panel production.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 &amp; Germany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DMZ: accidental nature reserve.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Korea's Green New Deal investments.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Germany's Energiewende: 46% renewable electricity.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Schwarzwald acid rain recovery — success story.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Connections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Nanjing: Purple Mountain (Zijin Shan) — vital urban green space, 2,000+ plant species.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Yangtze River protection laws reducing industrial pollution.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Xuanwu Lake restoration — improved water quality since 2010.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NIS: what could our school do to reduce its environmental impact?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Too Late to Stop Climate Change?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Kurzgesagt  •  10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Impact on Biodiversity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FuseSchool  •  5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Deforestation — Causes, Effects, Solutions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Geographic  •  4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 Impact on Ecosystems</dc:title>
  <dc:subject>PptxGenJS Presentation</dc:subject>
  <dc:creator>Mr Zocchi</dc:creator>
  <cp:lastModifiedBy>Mr Zocchi</cp:lastModifiedBy>
  <cp:revision>1</cp:revision>
  <dcterms:created xsi:type="dcterms:W3CDTF">2026-03-23T08:12:50Z</dcterms:created>
  <dcterms:modified xsi:type="dcterms:W3CDTF">2026-03-23T08:12:50Z</dcterms:modified>
</cp:coreProperties>
</file>