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2A9D8F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6858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Scientific Method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scientists investigate the world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Hypothesis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7744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testable prediction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Variable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 change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Fair test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37744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variable changes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collected in an experiment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37744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results show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Judging how good your method was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Steps of the Scientific Method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Ask a question — what do you want to find out?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Research — what do scientists already know?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Make a hypothesis — your testable prediction.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Design an experiment — plan your fair test.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Collect data — record measurements carefully.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Analyse — look for patterns in your results.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Conclude — does your data support your hypothesis?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is a cycle — new questions lead to new investigations.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Good vs Bad Hypotheses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5156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Good Hypothesis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169164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and testable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'If I add more fertiliser, the plant will grow taller'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WHAT you will change and WHAT you will measure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proven right OR wrong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3840480" cy="54864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2" name="Text 10"/>
          <p:cNvSpPr/>
          <p:nvPr/>
        </p:nvSpPr>
        <p:spPr>
          <a:xfrm>
            <a:off x="498348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Bad Hypothesis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83480" y="169164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vague or impossible to test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'Plants are nice'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say what will change or be measured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be tested with an experiment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Writing a Method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numbered steps that someone else could follow.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equipment needed and quantities.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what you will change (independent variable).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what you will measure (dependent variable).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what you will keep the same (controlled variables).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how many times you will repeat the experiment.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method is like a recipe — anyone should be able to follow it and get the same results.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We Repeat Experiments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23774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4630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3×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31520" y="2423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REPEATS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8346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experiments need at least 3 trials to be reliable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280160"/>
            <a:ext cx="23774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83280" y="14630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383280" y="2423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RESULT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74720" y="28346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all results, divide by number of trials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1280160"/>
            <a:ext cx="23774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035040" y="14630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±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035040" y="2423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26480" y="28346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that don't fit the pattern — circle and investigate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" y="41148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Repeating experiments makes our results more reliable and helps us spot errors.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Analysing Your Results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 data in a clear table with units.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the mean (average) for each set of results.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graph — bar chart for categories, line graph for continuous data.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patterns or trends in your graph.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any anomalies (results that don't fit).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in data help us answer our original question.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5156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05156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list the steps of the scientific method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55448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155448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write a testable hypothesis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05740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205740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identify variables in an experiment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56032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56032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know why we repeat experiments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06324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306324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draw a conclusion from results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7680960" cy="59436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3749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 is about asking questions and finding answers through careful investigation.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2A9D8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Self-Quiz, Review Games, and Practice Builder to test yourself.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Scientific Method</dc:title>
  <dc:subject>PptxGenJS Presentation</dc:subject>
  <dc:creator>Mr Zocchi</dc:creator>
  <cp:lastModifiedBy>Mr Zocchi</cp:lastModifiedBy>
  <cp:revision>1</cp:revision>
  <dcterms:created xsi:type="dcterms:W3CDTF">2026-03-24T11:14:11Z</dcterms:created>
  <dcterms:modified xsi:type="dcterms:W3CDTF">2026-03-24T11:14:11Z</dcterms:modified>
</cp:coreProperties>
</file>